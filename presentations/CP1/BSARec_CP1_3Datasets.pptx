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86051e1ac042fe" /><Relationship Type="http://schemas.openxmlformats.org/officeDocument/2006/relationships/extended-properties" Target="/docProps/app.xml" Id="R2db3cba7c5d641c6" /><Relationship Type="http://schemas.openxmlformats.org/officeDocument/2006/relationships/officeDocument" Target="/ppt/presentation.xml" Id="R3b1d84cd8768464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9335f13d6b04721"/>
  </p:sldMasterIdLst>
  <p:notesMasterIdLst>
    <p:notesMasterId xmlns:r="http://schemas.openxmlformats.org/officeDocument/2006/relationships" r:id="R986010e682f641b9"/>
  </p:notesMasterIdLst>
  <p:sldIdLst>
    <p:sldId xmlns:r="http://schemas.openxmlformats.org/officeDocument/2006/relationships" id="256" r:id="R3ff1eab2b1914322"/>
    <p:sldId xmlns:r="http://schemas.openxmlformats.org/officeDocument/2006/relationships" id="257" r:id="Rb4e548699fe8494a"/>
    <p:sldId xmlns:r="http://schemas.openxmlformats.org/officeDocument/2006/relationships" id="258" r:id="R2bb04faec64f4436"/>
    <p:sldId xmlns:r="http://schemas.openxmlformats.org/officeDocument/2006/relationships" id="259" r:id="Rd96a7ea63e4a4d19"/>
    <p:sldId xmlns:r="http://schemas.openxmlformats.org/officeDocument/2006/relationships" id="260" r:id="Raabc96a622fb4ba8"/>
    <p:sldId xmlns:r="http://schemas.openxmlformats.org/officeDocument/2006/relationships" id="261" r:id="Rd5b992b4c30a46c2"/>
    <p:sldId xmlns:r="http://schemas.openxmlformats.org/officeDocument/2006/relationships" id="262" r:id="R4c1889b4ef8247d9"/>
    <p:sldId xmlns:r="http://schemas.openxmlformats.org/officeDocument/2006/relationships" id="263" r:id="R3235b5862fac48af"/>
    <p:sldId xmlns:r="http://schemas.openxmlformats.org/officeDocument/2006/relationships" id="264" r:id="R06343ba42ac44326"/>
    <p:sldId xmlns:r="http://schemas.openxmlformats.org/officeDocument/2006/relationships" id="265" r:id="Rf99348f981414391"/>
    <p:sldId xmlns:r="http://schemas.openxmlformats.org/officeDocument/2006/relationships" id="266" r:id="R886c9767544c434a"/>
    <p:sldId xmlns:r="http://schemas.openxmlformats.org/officeDocument/2006/relationships" id="267" r:id="Rf7707f5425994158"/>
    <p:sldId xmlns:r="http://schemas.openxmlformats.org/officeDocument/2006/relationships" id="268" r:id="R25b5aeb5c79c4b6e"/>
    <p:sldId xmlns:r="http://schemas.openxmlformats.org/officeDocument/2006/relationships" id="269" r:id="Rbdf6047917ee4cd6"/>
  </p:sldIdLst>
  <p:sldSz cx="18288000" cy="10287000"/>
  <p:notesSz cx="6858000" cy="9144000"/>
  <p:embeddedFontLst>
    <p:embeddedFont>
      <p:font typeface="TT Fors Bold"/>
      <p:regular xmlns:r="http://schemas.openxmlformats.org/officeDocument/2006/relationships" r:id="R577d170223f147b7"/>
    </p:embeddedFont>
    <p:embeddedFont>
      <p:font typeface="TT Fors"/>
      <p:regular xmlns:r="http://schemas.openxmlformats.org/officeDocument/2006/relationships" r:id="R85c81e6a1478458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b3f2420cb964681" /><Relationship Type="http://schemas.openxmlformats.org/officeDocument/2006/relationships/slideMaster" Target="/ppt/slideMasters/slideMaster1.xml" Id="Rb9335f13d6b04721" /><Relationship Type="http://schemas.openxmlformats.org/officeDocument/2006/relationships/notesMaster" Target="/ppt/notesMasters/notesMaster1.xml" Id="R986010e682f641b9" /><Relationship Type="http://schemas.openxmlformats.org/officeDocument/2006/relationships/presProps" Target="/ppt/presProps.xml" Id="R780120b60bd94d37" /><Relationship Type="http://schemas.openxmlformats.org/officeDocument/2006/relationships/viewProps" Target="/ppt/viewProps.xml" Id="R0f644dd6326b41c5" /><Relationship Type="http://schemas.openxmlformats.org/officeDocument/2006/relationships/tableStyles" Target="/ppt/tableStyles.xml" Id="Rd0c652f866a94b33" /><Relationship Type="http://schemas.openxmlformats.org/officeDocument/2006/relationships/font" Target="/ppt/fonts/font.dat" Id="R577d170223f147b7" /><Relationship Type="http://schemas.openxmlformats.org/officeDocument/2006/relationships/font" Target="/ppt/fonts/font2.dat" Id="R85c81e6a1478458c" /><Relationship Type="http://schemas.openxmlformats.org/officeDocument/2006/relationships/slide" Target="/ppt/slides/slide1.xml" Id="R3ff1eab2b1914322" /><Relationship Type="http://schemas.openxmlformats.org/officeDocument/2006/relationships/slide" Target="/ppt/slides/slide2.xml" Id="Rb4e548699fe8494a" /><Relationship Type="http://schemas.openxmlformats.org/officeDocument/2006/relationships/slide" Target="/ppt/slides/slide3.xml" Id="R2bb04faec64f4436" /><Relationship Type="http://schemas.openxmlformats.org/officeDocument/2006/relationships/slide" Target="/ppt/slides/slide4.xml" Id="Rd96a7ea63e4a4d19" /><Relationship Type="http://schemas.openxmlformats.org/officeDocument/2006/relationships/slide" Target="/ppt/slides/slide5.xml" Id="Raabc96a622fb4ba8" /><Relationship Type="http://schemas.openxmlformats.org/officeDocument/2006/relationships/slide" Target="/ppt/slides/slide6.xml" Id="Rd5b992b4c30a46c2" /><Relationship Type="http://schemas.openxmlformats.org/officeDocument/2006/relationships/slide" Target="/ppt/slides/slide7.xml" Id="R4c1889b4ef8247d9" /><Relationship Type="http://schemas.openxmlformats.org/officeDocument/2006/relationships/slide" Target="/ppt/slides/slide8.xml" Id="R3235b5862fac48af" /><Relationship Type="http://schemas.openxmlformats.org/officeDocument/2006/relationships/slide" Target="/ppt/slides/slide9.xml" Id="R06343ba42ac44326" /><Relationship Type="http://schemas.openxmlformats.org/officeDocument/2006/relationships/slide" Target="/ppt/slides/slide10.xml" Id="Rf99348f981414391" /><Relationship Type="http://schemas.openxmlformats.org/officeDocument/2006/relationships/slide" Target="/ppt/slides/slide11.xml" Id="R886c9767544c434a" /><Relationship Type="http://schemas.openxmlformats.org/officeDocument/2006/relationships/slide" Target="/ppt/slides/slide12.xml" Id="Rf7707f5425994158" /><Relationship Type="http://schemas.openxmlformats.org/officeDocument/2006/relationships/slide" Target="/ppt/slides/slide13.xml" Id="R25b5aeb5c79c4b6e" /><Relationship Type="http://schemas.openxmlformats.org/officeDocument/2006/relationships/slide" Target="/ppt/slides/slide14.xml" Id="Rbdf6047917ee4c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a0d2b6b1fb4b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562e097d5471a" /><Relationship Type="http://schemas.openxmlformats.org/officeDocument/2006/relationships/notesMaster" Target="/ppt/notesMasters/notesMaster1.xml" Id="R952a2aef6edf4f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82636f932e4d33" /><Relationship Type="http://schemas.openxmlformats.org/officeDocument/2006/relationships/notesMaster" Target="/ppt/notesMasters/notesMaster1.xml" Id="Rd29886b0ba894c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17aa441efe4d96" /><Relationship Type="http://schemas.openxmlformats.org/officeDocument/2006/relationships/notesMaster" Target="/ppt/notesMasters/notesMaster1.xml" Id="R2cf6e20bc03b48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f1e591f8824c64" /><Relationship Type="http://schemas.openxmlformats.org/officeDocument/2006/relationships/notesMaster" Target="/ppt/notesMasters/notesMaster1.xml" Id="Ra6f4ebd6c78b4b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9e6a335c824a09" /><Relationship Type="http://schemas.openxmlformats.org/officeDocument/2006/relationships/notesMaster" Target="/ppt/notesMasters/notesMaster1.xml" Id="R6986e82ae16f42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a8bf0fce1b4803" /><Relationship Type="http://schemas.openxmlformats.org/officeDocument/2006/relationships/notesMaster" Target="/ppt/notesMasters/notesMaster1.xml" Id="Rc0f8dbf810234e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739a79cfd54d02" /><Relationship Type="http://schemas.openxmlformats.org/officeDocument/2006/relationships/notesMaster" Target="/ppt/notesMasters/notesMaster1.xml" Id="R6bde6af309bc40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d00789e0ca4be5" /><Relationship Type="http://schemas.openxmlformats.org/officeDocument/2006/relationships/notesMaster" Target="/ppt/notesMasters/notesMaster1.xml" Id="R5f9436efdacd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2ecd7fa11c4741" /><Relationship Type="http://schemas.openxmlformats.org/officeDocument/2006/relationships/notesMaster" Target="/ppt/notesMasters/notesMaster1.xml" Id="Rf81e8465499d49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4edc7f426148ac" /><Relationship Type="http://schemas.openxmlformats.org/officeDocument/2006/relationships/notesMaster" Target="/ppt/notesMasters/notesMaster1.xml" Id="R6355c508e2f74b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3f7eba95ec41a0" /><Relationship Type="http://schemas.openxmlformats.org/officeDocument/2006/relationships/notesMaster" Target="/ppt/notesMasters/notesMaster1.xml" Id="R8f1920d209034c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d1409aa3ff4f19" /><Relationship Type="http://schemas.openxmlformats.org/officeDocument/2006/relationships/notesMaster" Target="/ppt/notesMasters/notesMaster1.xml" Id="Rff6884c23b6d45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179e10b7624104" /><Relationship Type="http://schemas.openxmlformats.org/officeDocument/2006/relationships/notesMaster" Target="/ppt/notesMasters/notesMaster1.xml" Id="R3c984293eeef4d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277e1d7d794b55" /><Relationship Type="http://schemas.openxmlformats.org/officeDocument/2006/relationships/notesMaster" Target="/ppt/notesMasters/notesMaster1.xml" Id="R357169041af140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±35 detik. Buka dengan tujuan: menguji apakah implementasi BSARec dan SASRec menghasilkan ranking yang searah dengan paper, lalu menunjukkan bahwa data, split, evaluator, dan artefak juga diperiksa. Tiga dataset memiliki tingkat bukti berbeda: Beauty dan LastFM mempunyai tiga seed per model; ML-1M hanya pilot satu seed dari notebook partner. Jangan menyebut ketiganya sebagai reproduksi penuh yang sama kuat. Sumber: paper BSARec, Tables 2, 5, 6; notebook Beauty, LastFM Strict, dan ML-1M.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±50 detik. Jelaskan alur yang bisa diaudit ulang. Pada protokol repo, training memakai prefix sequence sebelum dua item terakhir. Validasi menargetkan item kedua-terakhir dan test item terakhir; evaluator memakai rating matrix untuk masking item historis dan memberi skor ke item dalam katalog. Nilai akhir harus dibaca dari log test setelah checkpoint terbaik dimuat, bukan dari validation curve. LastFM memiliki audit alignment yang lebih ketat; detailnya ada di slide 4. Sumber: audit protokol notebook LastFM dan source audit 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±55 detik. Statistik pada paper Table 5: Beauty 22.363 user, 12.101 item, 198.502 interaksi; LastFM 1.090 user, 3.646 item, 52.551 interaksi; ML-1M 6.041 user, 3.417 item, 999.611 interaksi. Beauty dan LastFM mempunyai enam run masing-masing (dua model, tiga seed). ML-1M memakai satu seed dari notebook partner dan konfigurasi BSARec run berbeda dari konfigurasi terbaik Table 6, sehingga sebut pilot. Table 2 adalah tabel metrik; Table 6 adalah tabel hyperparameter. Sumber: BSARec paper Tables 5–6; notebook Beauty, LastFM Strict, ML-1M.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±60 detik. Batas klaim ditentukan oleh bukti berlapis. Audit LastFM mencatat statistik dan berkas sequence yang sesuai dengan commit audit, pemeriksaan alignment terhadap 1.090 user, split prefix/valid/test, evaluator full ranking, dan enam run log/checkpoint. Pada Beauty, metrik 3 seed tersedia dari log/W&amp;B, tetapi backup checkpoint di Drive tidak lengkap; provenance training tidak sekuat LastFM. Untuk ML-1M, hanya satu seed tersedia. Sumber: LastFM protocol audit; Beauty audit dan W&amp;B recovery; ML-1M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±45 detik. HR@k menilai apakah item target muncul di Top-k. NDCG@k menilai apakah item tersebut muncul dan semakin tinggi skornya jika berada di peringkat lebih atas. Paper menggunakan k=5, 10, 20 dan mengevaluasi ranking terhadap seluruh item, bukan hanya item negatif yang disampling. Penting untuk menyebutkan bahwa nilai hasil adalah ranking full catalog. Sumber: paper BSARec, Metrics (page 6) dan Table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±65 detik. Angka setiap kotak adalah HR@20 / NDCG@20. Beauty: mean BSARec 0.1334/0.0680 dan SASRec 0.0823/0.0353. LastFM: set utama empat worker, mean BSARec 0.1110/0.0517 dan SASRec 0.0936/0.0475. ML-1M: run seed42, BSARec 0.3652/0.1701 dan SASRec 0.3199/0.1380; jangan menyebutnya mean karena hanya satu seed. Di tiga ringkasan, nilai BSARec @20 lebih tinggi, tetapi hanya Beauty/LastFM yang memakai tiga seed per model. Selisih ini deskriptif, bukan uji signifikansi. Sumber: notebook Beauty, LastFM Strict, ML-1M; paper Table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±65 detik. BSARec memperluas self-attention dengan komponen filter frekuensi yang menjadi inductive bias paper. Dalam kode yang diaudit, calculate_loss BSARec menggunakan CrossEntropy pada logits seluruh item. SASRec menggunakan BCEWithLogits untuk positive item dan sampled negative. Keduanya dinilai dengan full-catalog ranking, item historis di-mask, dan Top-20 dihitung. Perbandingan metrik test tetap deskriptif karena objective training tidak sama. Pada Beauty dan LastFM, mean top-20 BSARec di atas SASRec. LastFM BSARec menang pada HR@20 dan NDCG@20 di 3/3 seed; Beauty memiliki angka mean tiga seed. Sumber: paper BSARec; code audit `src/model/bsarec.py`, `src/model/sasrec.py`; notebook Beauty dan LastFM.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±65 detik. Ini adalah rencana CP2, bukan klaim hasil. Pertanyaan: apakah fitur waktu dari histori membantu rekomendasi item berikutnya? Pertama, verifikasi makna timestamp. Kedua, buat fitur hanya dari prefix sequence dan jangan memakai waktu target. Ketiga, bandingkan vanilla dengan time-aware pada data split, konfigurasi, dan seed yang sama. Tentukan metrik sebelum run, simpan semua artefak, lalu baca per-seed dan rerata. Bila timestamp tidak merepresentasikan waktu mendengarkan, hasil harus disebut sebagai uji proxy waktu tag, bukan eksperimen listening-time. Sumber: audit preprocessing LastFM dan prosedur S3Rec yang telah dirujuk.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±60 detik. Timestamp LastFM yang direkonstruksi dari sumber tag bukan event listening time. Audit notebook mencatat 44.273 gap ≤0, tetapi angka itu menggabungkan nilai nol dan negatif; jangan menyebutnya sebagai jumlah timestamp ties atau persentase ties. Ringkasan audit tidak menyediakan pemisahan hitungan gap=0 dan gap&lt;0, jadi keduanya perlu dicetak terpisah sebelum presentasi jika tersedia. Urutan item pada timestamp yang sama mengikuti urutan baris file. Karena itu LastFM berisiko kurang cocok untuk eksperimen time-aware: H1 perlu diuji sebagai proxy waktu tag, dan caveat semantik harus selalu disebutkan. Sumber: LastFM preprocessing/mapping audit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±60 detik. HR@20/NDCG@20 ditampilkan sebagai pasangan. Beauty dan LastFM adalah rerata tiga seed per model; LastFM angka utama memakai konfigurasi empat worker. ML-1M hanya satu seed, dan BSARec memakai α=0.9, c=3, heads=2, lr=0.001, berbeda dari Table 6 best ML-1M (α=0.3, c=9, heads=4, lr=0.0005). Nilai lebih tinggi untuk BSARec di tiga ringkasan bukan bukti statistik; hanya LastFM memiliki kemenangan BSARec pada dua metrik @20 di 3/3 seed. Paper Table 2 adalah rujukan semua angka paper; Table 6 hanya hyperparameter. Sumber: paper BSARec; notebook Beauty, LastFM Strict, dan ML-1M.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Lampiran untuk tanya jawab. Beauty mean tiga seed: BSARec HR@5 0.0703, NDCG@5 0.0501, HR@10 0.0980, NDCG@10 0.0591, HR@20 0.1334, NDCG@20 0.0680. SASRec: 0.0341, 0.0218, 0.0533, 0.0280, 0.0823, 0.0353. Paper BSARec Table 2: 0.0736, 0.0523, 0.1008, 0.0611, 0.1373, 0.0703. Paper SASRec Table 2: 0.0340, 0.0221, 0.0531, 0.0283, 0.0823, 0.0356. The BSARec author checkpoint was reported matching Table 2 exactly. The notebook and backup audit showed that not all Beauty checkpoints were available in Drive, so avoid claiming complete artifact provenance for all six runs. Sources: BSARec paper Table 2; Beauty notebook; Beauty W&amp;B recovery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Lampiran untuk tanya jawab. Angka mean 4-worker dan paper berasal dari ringkasan LastFM Strict. Angka mean 2-worker berasal dari notebook W&amp;B. Perbedaan worker diamati dan satu run tambahan SASRec 4-worker seed42 cocok dengan Set A, tetapi tidak ada rerun kontrol 2-worker pada notebook yang sama; akibatnya tidak boleh menyimpulkan worker sebagai penyebab tunggal. BSARec mean identik pada 2/4 worker. Persentase gap disalin dari ringkasan G notebook. Metrik lengkap paper Table 2: BSARec [0.0523,0.0344,0.0807,0.0435,0.1174,0.0526]; SASRec [0.0413,0.0284,0.0633,0.0355,0.0927,0.0429]. Sources: BSARec paper Table 2; BSARec_LastFM_Final_Strict; BSARec_LastFM (1); W&amp;B run SASRec_LastFM_nw4_s42.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Lampiran untuk tanya jawab. Ini satu run seed42, bukan rerata multi-seed. BSARec run [0.1720,0.1151,0.2609,0.1438,0.3652,0.1701]; SASRec run [0.1308,0.0852,0.2084,0.1100,0.3199,0.1380]. Nilai BSARec NDCG@5 yang benar pada output run adalah 0.1151, bukan 0.1251 pada tabel kerja yang lebih lama. BSARec run config berbeda dari konfigurasi best Table 6 paper ML-1M. Sources: ML-1M partner notebook; BSARec paper Tables 2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Lampiran untuk tanya jawab. Paper Table 6 mencantumkan BSARec: Beauty α=0.7, c=5, heads=1, lr=0.0005; LastFM α=0.9, c=3, heads=1, lr=0.001; ML-1M α=0.3, c=9, heads=4, lr=0.0005. Notebook Beauty dan LastFM run cocok dengan setting paper tersebut. ML-1M partner run menggunakan α=0.9, c=3, heads=2, lr=0.001. Table 6 adalah hyperparameter BSARec, bukan tabel metrik; metrik rujukan tetap Table 2. Sources: BSARec paper Tables 2 and 6; Beauty notebook; LastFM Strict notebook; ML-1M partner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8a905dc72d4b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0c7db75e9245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58430383104e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a274ad8f284c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7164dc42da4d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cb4a43c44f447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4149636ffb424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ca844df4c2f4f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9a8500aa62c4e2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97188bb6f314eb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24dc7ffe0b140e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0640D5-C5A3-4A01-8595-CF94748AD881}"/>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ABC0D2D-AC3B-4896-AC18-3235A95C852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400B7A0-9893-4406-AE74-E08A750FFE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E575999-E3C4-49F2-B416-92CD6F4E2F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FC04859-5B1D-436F-A1A0-035E68460F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54CCD4-E2A7-4874-95A0-522DB9A03D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1D5B44D-C30E-4F16-A50B-F4AB4832796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7A2F280-B48A-4B1D-B42E-53AF067DD2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17CCA2E-A039-4A11-9D59-1C655C362B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9A1E3E-0EE4-46BF-8DDB-6AC4DC5F07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F4638-E842-4727-9DCE-E66DF8F06EE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5FEC8A8-8C65-41AA-BB32-7BC0E2F560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9770148-8337-4212-9C61-0E0D86F29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AAA84CA-5120-4A45-9530-0B74ED654A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A69DDF1-485C-4F1E-9CD5-77E543E0BB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D64A9D-E2E4-47D4-B5B8-B6F6673524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461250-2C42-47CD-8ABA-22E29BF6D74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4783FC91-C4DB-4877-83AE-1F5CF0DB47A9}"/>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3E68D75-4BB1-450A-BF3C-79260C548F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D678BB88-E252-41CA-B9B8-93C23F884A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C1785F3-A24C-4C34-AD9D-BC94A368FA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F45798-0110-4FDD-A32C-AE5F29A513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0CBBE22-3788-4079-9910-1ED66B0EA60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8F658F6-57F6-4420-B690-E452CEC60B6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B3173952-DD4D-4AEC-865A-8CCCD27963E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8715659-2704-43BB-BED4-5BA7C984EC7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9490967-E1EE-4353-96A4-84A17D9567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B77F7496-65C3-43F1-ABA3-F4A070B2CF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3A04D71-4234-4C2D-A134-DAAB0C7905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4FCBF7-4814-4A45-8B6A-EA52E458AC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3E86A34-D8EC-4F77-947E-8B0B25E71D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C182A49A-6928-4CEC-8F30-804CC35B20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0DF7D099-C70E-4B43-89E9-6A95AC4E20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4427E9A-2ACD-47A6-9BD9-6C9375FD20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57529C80-F7B1-4A8F-BE80-D137C32AB0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1C81147-50A6-4AA0-AB20-67CF3A1AE6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448DF9-1679-4B58-ADBC-0A9528C6DCB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3F41C2A-9E83-4A8F-A739-4887A507CEA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751E63F-6128-49E4-BEA7-8104C729227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87490FE-983B-44C8-B073-169EDF8BF5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ED27537-A607-4046-A871-85C670FBEB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58683C-990E-462B-AF9F-25F4147BB0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8733D5-B445-4EAE-86BC-CB1C833EBAF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998D5E5-A556-465D-8D59-D8AE2601A2E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751628D-9A9F-45A1-A219-2F423543197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F8D44E9-D0E2-4CA8-B412-9320217EC2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B8E1C7C5-04A9-4456-9519-FA69BA946E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DA4ECF2-B3BE-4335-A1BF-1AD7AF8DE0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BE8E9B-03B8-4B43-A843-ECE9D5CFAA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F4AEC5C-61DA-4924-85B6-583B4C2AA3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62F349-0C46-4DCB-9233-2A1995D931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919ED34-5306-4369-BC28-85D42250D3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92E27D-90EC-407C-973B-E49470A3E6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5B3F4F5-5418-4C53-8D33-B013A4B05E54}"/>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740D802-4DAB-4133-9F33-A07CFDD528C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ABD117-5C6E-4E10-9E1F-922C8086D9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8F2518A-FB31-4E9F-BB15-CED3271677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1B0350B-D346-4433-87EC-B0FCB31EE5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7ba28dd900481c" /><Relationship Type="http://schemas.openxmlformats.org/officeDocument/2006/relationships/slideLayout" Target="/ppt/slideLayouts/slideLayout1.xml" Id="R00fe889c616f4af9" /><Relationship Type="http://schemas.openxmlformats.org/officeDocument/2006/relationships/slideLayout" Target="/ppt/slideLayouts/slideLayout2.xml" Id="R9b732868627144c6" /><Relationship Type="http://schemas.openxmlformats.org/officeDocument/2006/relationships/slideLayout" Target="/ppt/slideLayouts/slideLayout3.xml" Id="R9412e1228c1e4216" /><Relationship Type="http://schemas.openxmlformats.org/officeDocument/2006/relationships/slideLayout" Target="/ppt/slideLayouts/slideLayout4.xml" Id="Rd0b9cb14b328476d" /><Relationship Type="http://schemas.openxmlformats.org/officeDocument/2006/relationships/slideLayout" Target="/ppt/slideLayouts/slideLayout5.xml" Id="Rb11001e9580d4113" /><Relationship Type="http://schemas.openxmlformats.org/officeDocument/2006/relationships/slideLayout" Target="/ppt/slideLayouts/slideLayout6.xml" Id="Rdf184ac7125145a6" /><Relationship Type="http://schemas.openxmlformats.org/officeDocument/2006/relationships/slideLayout" Target="/ppt/slideLayouts/slideLayout7.xml" Id="Rb20668d6729d4cab" /><Relationship Type="http://schemas.openxmlformats.org/officeDocument/2006/relationships/slideLayout" Target="/ppt/slideLayouts/slideLayout8.xml" Id="Rdd30620546974734" /><Relationship Type="http://schemas.openxmlformats.org/officeDocument/2006/relationships/slideLayout" Target="/ppt/slideLayouts/slideLayout9.xml" Id="R4841f47d43884fdf" /><Relationship Type="http://schemas.openxmlformats.org/officeDocument/2006/relationships/slideLayout" Target="/ppt/slideLayouts/slideLayout10.xml" Id="R88174163e182494b" /><Relationship Type="http://schemas.openxmlformats.org/officeDocument/2006/relationships/slideLayout" Target="/ppt/slideLayouts/slideLayout11.xml" Id="Rdd2604cdbae3480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6CE30CB-584F-4B43-A0BD-2234A5616BF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B3B5CC5-142B-4F78-8226-549118B03D5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BFF1FDC-C384-4110-9058-1536DF347B7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1BA2E21-2910-4CF8-ACFC-801F0F3B8F1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8BB1756-61AD-46EF-9A0C-AC82063AB75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fe889c616f4af9"/>
    <p:sldLayoutId xmlns:r="http://schemas.openxmlformats.org/officeDocument/2006/relationships" id="2147483650" r:id="R9b732868627144c6"/>
    <p:sldLayoutId xmlns:r="http://schemas.openxmlformats.org/officeDocument/2006/relationships" id="2147483651" r:id="R9412e1228c1e4216"/>
    <p:sldLayoutId xmlns:r="http://schemas.openxmlformats.org/officeDocument/2006/relationships" id="2147483652" r:id="Rd0b9cb14b328476d"/>
    <p:sldLayoutId xmlns:r="http://schemas.openxmlformats.org/officeDocument/2006/relationships" id="2147483653" r:id="Rb11001e9580d4113"/>
    <p:sldLayoutId xmlns:r="http://schemas.openxmlformats.org/officeDocument/2006/relationships" id="2147483654" r:id="Rdf184ac7125145a6"/>
    <p:sldLayoutId xmlns:r="http://schemas.openxmlformats.org/officeDocument/2006/relationships" id="2147483655" r:id="Rb20668d6729d4cab"/>
    <p:sldLayoutId xmlns:r="http://schemas.openxmlformats.org/officeDocument/2006/relationships" id="2147483656" r:id="Rdd30620546974734"/>
    <p:sldLayoutId xmlns:r="http://schemas.openxmlformats.org/officeDocument/2006/relationships" id="2147483657" r:id="R4841f47d43884fdf"/>
    <p:sldLayoutId xmlns:r="http://schemas.openxmlformats.org/officeDocument/2006/relationships" id="2147483658" r:id="R88174163e182494b"/>
    <p:sldLayoutId xmlns:r="http://schemas.openxmlformats.org/officeDocument/2006/relationships" id="2147483659" r:id="Rdd2604cdbae3480d"/>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bcc7134a1624866" /><Relationship Type="http://schemas.openxmlformats.org/officeDocument/2006/relationships/image" Target="/ppt/media/image.png" Id="Rf2d5163c3f814764" /><Relationship Type="http://schemas.openxmlformats.org/officeDocument/2006/relationships/image" Target="/ppt/media/image.svg" Id="Rd98d22254b634a3c" /><Relationship Type="http://schemas.openxmlformats.org/officeDocument/2006/relationships/image" Target="/ppt/media/image2.png" Id="R042451139a344ca5" /><Relationship Type="http://schemas.openxmlformats.org/officeDocument/2006/relationships/image" Target="/ppt/media/image2.svg" Id="R0155811263d344dc" /><Relationship Type="http://schemas.openxmlformats.org/officeDocument/2006/relationships/image" Target="/ppt/media/image3.png" Id="Rddfe4a3bb2b84886" /><Relationship Type="http://schemas.openxmlformats.org/officeDocument/2006/relationships/image" Target="/ppt/media/image3.svg" Id="R0b6fe13a34b24ebd" /><Relationship Type="http://schemas.openxmlformats.org/officeDocument/2006/relationships/image" Target="/ppt/media/image4.png" Id="R3f7f83f87aee460a" /><Relationship Type="http://schemas.openxmlformats.org/officeDocument/2006/relationships/image" Target="/ppt/media/image4.svg" Id="Rc3ecb6b083fc4ecf" /><Relationship Type="http://schemas.openxmlformats.org/officeDocument/2006/relationships/image" Target="/ppt/media/image5.png" Id="R3abe5742b4c54341" /><Relationship Type="http://schemas.openxmlformats.org/officeDocument/2006/relationships/image" Target="/ppt/media/image5.svg" Id="R26d5a7e6580c446e" /><Relationship Type="http://schemas.openxmlformats.org/officeDocument/2006/relationships/image" Target="/ppt/media/image6.png" Id="R1e798ada9b1145ab" /><Relationship Type="http://schemas.openxmlformats.org/officeDocument/2006/relationships/image" Target="/ppt/media/image6.svg" Id="R3bf89e29717549a3" /><Relationship Type="http://schemas.openxmlformats.org/officeDocument/2006/relationships/notesSlide" Target="/ppt/notesSlides/notesSlide1.xml" Id="Ra985ca1fe63e4f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a6cbacb5573493a" /><Relationship Type="http://schemas.openxmlformats.org/officeDocument/2006/relationships/image" Target="/ppt/media/image7.png" Id="R5d8a194270054130" /><Relationship Type="http://schemas.openxmlformats.org/officeDocument/2006/relationships/image" Target="/ppt/media/image7.svg" Id="R9d92605e06824c58" /><Relationship Type="http://schemas.openxmlformats.org/officeDocument/2006/relationships/image" Target="/ppt/media/image8.png" Id="R1cbd45071cac4b62" /><Relationship Type="http://schemas.openxmlformats.org/officeDocument/2006/relationships/image" Target="/ppt/media/image9.png" Id="R1b02f93c5f724bda" /><Relationship Type="http://schemas.openxmlformats.org/officeDocument/2006/relationships/image" Target="/ppt/media/image8.svg" Id="R23222bf22d6d4290" /><Relationship Type="http://schemas.openxmlformats.org/officeDocument/2006/relationships/image" Target="/ppt/media/image10.png" Id="R2dfdc5ec5e654b58" /><Relationship Type="http://schemas.openxmlformats.org/officeDocument/2006/relationships/image" Target="/ppt/media/image9.svg" Id="R56784727aee041dd" /><Relationship Type="http://schemas.openxmlformats.org/officeDocument/2006/relationships/image" Target="/ppt/media/image11.png" Id="R2772664a184349f9" /><Relationship Type="http://schemas.openxmlformats.org/officeDocument/2006/relationships/image" Target="/ppt/media/image10.svg" Id="Rb8ed13c5b02a451b" /><Relationship Type="http://schemas.openxmlformats.org/officeDocument/2006/relationships/image" Target="/ppt/media/image12.png" Id="R382068a2f07747f2" /><Relationship Type="http://schemas.openxmlformats.org/officeDocument/2006/relationships/image" Target="/ppt/media/image11.svg" Id="Rf52cdb9ef6124804" /><Relationship Type="http://schemas.openxmlformats.org/officeDocument/2006/relationships/notesSlide" Target="/ppt/notesSlides/notesSlide2.xml" Id="R8315902cafa248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313c6287e104c24" /><Relationship Type="http://schemas.openxmlformats.org/officeDocument/2006/relationships/image" Target="/ppt/media/image8.png" Id="Rcc0850bcde1240cb" /><Relationship Type="http://schemas.openxmlformats.org/officeDocument/2006/relationships/image" Target="/ppt/media/image13.png" Id="R6f8f061a29574b93" /><Relationship Type="http://schemas.openxmlformats.org/officeDocument/2006/relationships/image" Target="/ppt/media/image12.svg" Id="Rc20f49cbcb3e492e" /><Relationship Type="http://schemas.openxmlformats.org/officeDocument/2006/relationships/image" Target="/ppt/media/image14.png" Id="Rcc4cc7f699d14f49" /><Relationship Type="http://schemas.openxmlformats.org/officeDocument/2006/relationships/image" Target="/ppt/media/image13.svg" Id="R9b55d4638e41476a" /><Relationship Type="http://schemas.openxmlformats.org/officeDocument/2006/relationships/image" Target="/ppt/media/image15.png" Id="R1445b6cbd1cd41a7" /><Relationship Type="http://schemas.openxmlformats.org/officeDocument/2006/relationships/image" Target="/ppt/media/image14.svg" Id="R8e077789a3924307" /><Relationship Type="http://schemas.openxmlformats.org/officeDocument/2006/relationships/image" Target="/ppt/media/image16.png" Id="R96f7f62825fc4f77" /><Relationship Type="http://schemas.openxmlformats.org/officeDocument/2006/relationships/image" Target="/ppt/media/image15.svg" Id="R85d66bd0ab6f487c" /><Relationship Type="http://schemas.openxmlformats.org/officeDocument/2006/relationships/image" Target="/ppt/media/image17.png" Id="R53699d9ba5d34a4d" /><Relationship Type="http://schemas.openxmlformats.org/officeDocument/2006/relationships/image" Target="/ppt/media/image16.svg" Id="R5ec6b73207cd4726" /><Relationship Type="http://schemas.openxmlformats.org/officeDocument/2006/relationships/image" Target="/ppt/media/image18.png" Id="Rdaae6f56f1d14fba" /><Relationship Type="http://schemas.openxmlformats.org/officeDocument/2006/relationships/image" Target="/ppt/media/image17.svg" Id="R38d2497ecce542dc" /><Relationship Type="http://schemas.openxmlformats.org/officeDocument/2006/relationships/image" Target="/ppt/media/image19.png" Id="R9c41e324d5e84af5" /><Relationship Type="http://schemas.openxmlformats.org/officeDocument/2006/relationships/image" Target="/ppt/media/image18.svg" Id="Refb6fe35a99e4491" /><Relationship Type="http://schemas.openxmlformats.org/officeDocument/2006/relationships/image" Target="/ppt/media/image20.png" Id="Rcece6f2ac9af4ba1" /><Relationship Type="http://schemas.openxmlformats.org/officeDocument/2006/relationships/image" Target="/ppt/media/image19.svg" Id="Rb73da18e8d594038" /><Relationship Type="http://schemas.openxmlformats.org/officeDocument/2006/relationships/image" Target="/ppt/media/image21.png" Id="Rfb7e21d430c84e7e" /><Relationship Type="http://schemas.openxmlformats.org/officeDocument/2006/relationships/image" Target="/ppt/media/image20.svg" Id="R9ea31a11c2044edd" /><Relationship Type="http://schemas.openxmlformats.org/officeDocument/2006/relationships/image" Target="/ppt/media/image22.png" Id="R3f5c36a3239148dc" /><Relationship Type="http://schemas.openxmlformats.org/officeDocument/2006/relationships/image" Target="/ppt/media/image21.svg" Id="R40a50732949a4a81" /><Relationship Type="http://schemas.openxmlformats.org/officeDocument/2006/relationships/notesSlide" Target="/ppt/notesSlides/notesSlide3.xml" Id="Re1078c775e7847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5be6f2cde594057" /><Relationship Type="http://schemas.openxmlformats.org/officeDocument/2006/relationships/notesSlide" Target="/ppt/notesSlides/notesSlide4.xml" Id="R5edbc663c20d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7f03ed82b52493b" /><Relationship Type="http://schemas.openxmlformats.org/officeDocument/2006/relationships/image" Target="/ppt/media/image8.png" Id="Re0970e850f7f4903" /><Relationship Type="http://schemas.openxmlformats.org/officeDocument/2006/relationships/notesSlide" Target="/ppt/notesSlides/notesSlide5.xml" Id="R34a8faaecbbd47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ffc504d80e646d3" /><Relationship Type="http://schemas.openxmlformats.org/officeDocument/2006/relationships/image" Target="/ppt/media/image23.png" Id="R8178f3d9df5e4c3e" /><Relationship Type="http://schemas.openxmlformats.org/officeDocument/2006/relationships/image" Target="/ppt/media/image22.svg" Id="Ra7268b16a83148ed" /><Relationship Type="http://schemas.openxmlformats.org/officeDocument/2006/relationships/image" Target="/ppt/media/image8.png" Id="Rf403700908b54ab8" /><Relationship Type="http://schemas.openxmlformats.org/officeDocument/2006/relationships/image" Target="/ppt/media/image24.png" Id="Rd7bea869bbd042ad" /><Relationship Type="http://schemas.openxmlformats.org/officeDocument/2006/relationships/image" Target="/ppt/media/image23.svg" Id="R9e4e1a14573b40e3" /><Relationship Type="http://schemas.openxmlformats.org/officeDocument/2006/relationships/image" Target="/ppt/media/image25.png" Id="Rf71f7e54ebc44b95" /><Relationship Type="http://schemas.openxmlformats.org/officeDocument/2006/relationships/image" Target="/ppt/media/image24.svg" Id="Rd8d8d5121ba040a0" /><Relationship Type="http://schemas.openxmlformats.org/officeDocument/2006/relationships/image" Target="/ppt/media/image26.png" Id="R9db65cfae05f48ad" /><Relationship Type="http://schemas.openxmlformats.org/officeDocument/2006/relationships/image" Target="/ppt/media/image25.svg" Id="R41f33bf9902e4417" /><Relationship Type="http://schemas.openxmlformats.org/officeDocument/2006/relationships/image" Target="/ppt/media/image27.png" Id="Rac81034b7b314428" /><Relationship Type="http://schemas.openxmlformats.org/officeDocument/2006/relationships/image" Target="/ppt/media/image26.svg" Id="R79b52c79211c4217" /><Relationship Type="http://schemas.openxmlformats.org/officeDocument/2006/relationships/notesSlide" Target="/ppt/notesSlides/notesSlide6.xml" Id="R69c95e96f7794d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02c3e607bdc4fa4" /><Relationship Type="http://schemas.openxmlformats.org/officeDocument/2006/relationships/image" Target="/ppt/media/image28.png" Id="R9ae4b25f77ba42c0" /><Relationship Type="http://schemas.openxmlformats.org/officeDocument/2006/relationships/image" Target="/ppt/media/image27.svg" Id="Rc4e922639a0f4ea6" /><Relationship Type="http://schemas.openxmlformats.org/officeDocument/2006/relationships/image" Target="/ppt/media/image29.png" Id="R06f87201a9004d0c" /><Relationship Type="http://schemas.openxmlformats.org/officeDocument/2006/relationships/image" Target="/ppt/media/image28.svg" Id="R7f06c8ed95b34a32" /><Relationship Type="http://schemas.openxmlformats.org/officeDocument/2006/relationships/notesSlide" Target="/ppt/notesSlides/notesSlide7.xml" Id="Rbe1f5df661604d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2d8f5ac63c44179" /><Relationship Type="http://schemas.openxmlformats.org/officeDocument/2006/relationships/image" Target="/ppt/media/image8.png" Id="Rc917c7dd3e19474d" /><Relationship Type="http://schemas.openxmlformats.org/officeDocument/2006/relationships/image" Target="/ppt/media/image30.png" Id="Rd4900b67ca0041c1" /><Relationship Type="http://schemas.openxmlformats.org/officeDocument/2006/relationships/image" Target="/ppt/media/image29.svg" Id="R21239ea85fe3493a" /><Relationship Type="http://schemas.openxmlformats.org/officeDocument/2006/relationships/image" Target="/ppt/media/image31.png" Id="R7c0c2579e7204a10" /><Relationship Type="http://schemas.openxmlformats.org/officeDocument/2006/relationships/image" Target="/ppt/media/image30.svg" Id="R9373393c67fc4f89" /><Relationship Type="http://schemas.openxmlformats.org/officeDocument/2006/relationships/image" Target="/ppt/media/image32.png" Id="R72ee6efb4a3b4440" /><Relationship Type="http://schemas.openxmlformats.org/officeDocument/2006/relationships/image" Target="/ppt/media/image31.svg" Id="R06c58bf8fc2447ed" /><Relationship Type="http://schemas.openxmlformats.org/officeDocument/2006/relationships/notesSlide" Target="/ppt/notesSlides/notesSlide8.xml" Id="R70385d45bfe541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498de25fd024328" /><Relationship Type="http://schemas.openxmlformats.org/officeDocument/2006/relationships/image" Target="/ppt/media/image33.png" Id="Rf71c2b0a118846b9" /><Relationship Type="http://schemas.openxmlformats.org/officeDocument/2006/relationships/image" Target="/ppt/media/image32.svg" Id="Rd3e4393850864c5d" /><Relationship Type="http://schemas.openxmlformats.org/officeDocument/2006/relationships/image" Target="/ppt/media/image8.png" Id="R25362dcfc7b34cd3" /><Relationship Type="http://schemas.openxmlformats.org/officeDocument/2006/relationships/notesSlide" Target="/ppt/notesSlides/notesSlide9.xml" Id="Rd3e0e3f7636c4a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f20d3dff8004b23" /><Relationship Type="http://schemas.openxmlformats.org/officeDocument/2006/relationships/image" Target="/ppt/media/image34.png" Id="R946868ae34fd4462" /><Relationship Type="http://schemas.openxmlformats.org/officeDocument/2006/relationships/image" Target="/ppt/media/image33.svg" Id="Re8317226d0f14989" /><Relationship Type="http://schemas.openxmlformats.org/officeDocument/2006/relationships/image" Target="/ppt/media/image35.png" Id="R40513c4ae6064116" /><Relationship Type="http://schemas.openxmlformats.org/officeDocument/2006/relationships/image" Target="/ppt/media/image34.svg" Id="R4f6df6f8eb0947ba" /><Relationship Type="http://schemas.openxmlformats.org/officeDocument/2006/relationships/image" Target="/ppt/media/image36.png" Id="Rfbb03754b52c4f29" /><Relationship Type="http://schemas.openxmlformats.org/officeDocument/2006/relationships/image" Target="/ppt/media/image35.svg" Id="R83131901901e4505" /><Relationship Type="http://schemas.openxmlformats.org/officeDocument/2006/relationships/image" Target="/ppt/media/image37.png" Id="Rb4b3e483fe134c17" /><Relationship Type="http://schemas.openxmlformats.org/officeDocument/2006/relationships/image" Target="/ppt/media/image36.svg" Id="Re7b34ad05b804b53" /><Relationship Type="http://schemas.openxmlformats.org/officeDocument/2006/relationships/notesSlide" Target="/ppt/notesSlides/notesSlide10.xml" Id="R8fe68621f54c45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f53bb76793a4a1c" /><Relationship Type="http://schemas.openxmlformats.org/officeDocument/2006/relationships/notesSlide" Target="/ppt/notesSlides/notesSlide11.xml" Id="R3dcc00af51e640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4f452faac1f401a" /><Relationship Type="http://schemas.openxmlformats.org/officeDocument/2006/relationships/notesSlide" Target="/ppt/notesSlides/notesSlide12.xml" Id="R7159290a1b354f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de2827dce414315" /><Relationship Type="http://schemas.openxmlformats.org/officeDocument/2006/relationships/notesSlide" Target="/ppt/notesSlides/notesSlide13.xml" Id="R4636204703784d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f795247976f4ff1" /><Relationship Type="http://schemas.openxmlformats.org/officeDocument/2006/relationships/notesSlide" Target="/ppt/notesSlides/notesSlide14.xml" Id="R577fa2fa59174657" /></Relationships>
</file>

<file path=ppt/slides/slide1.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805C065-30AA-4A03-B06B-206B43429C6C}"/>
              </a:ext>
            </a:extLst>
          </p:cNvPr>
          <p:cNvSpPr>
            <a:spLocks xmlns:a="http://schemas.openxmlformats.org/drawingml/2006/main" noGrp="1"/>
          </p:cNvSpPr>
          <p:nvPr/>
        </p:nvSpPr>
        <p:spPr>
          <a:xfrm xmlns:a="http://schemas.openxmlformats.org/drawingml/2006/main" rot="0" flipH="0" flipV="0">
            <a:off x="728610" y="2598370"/>
            <a:ext cx="5855779" cy="5855779"/>
          </a:xfrm>
          <a:custGeom xmlns:a="http://schemas.openxmlformats.org/drawingml/2006/main">
            <a:rect l="l" t="t" r="r" b="b"/>
            <a:pathLst>
              <a:path w="5855779" h="5855779">
                <a:moveTo>
                  <a:pt x="0" y="0"/>
                </a:moveTo>
                <a:lnTo>
                  <a:pt x="5855779" y="0"/>
                </a:lnTo>
                <a:lnTo>
                  <a:pt x="5855779" y="5855779"/>
                </a:lnTo>
                <a:lnTo>
                  <a:pt x="0" y="5855779"/>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F715E5FA-71EC-4779-9F2B-4B7C2A62D9A7}"/>
              </a:ext>
            </a:extLst>
          </p:cNvPr>
          <p:cNvSpPr>
            <a:spLocks xmlns:a="http://schemas.openxmlformats.org/drawingml/2006/main" noGrp="1"/>
          </p:cNvSpPr>
          <p:nvPr/>
        </p:nvSpPr>
        <p:spPr>
          <a:xfrm xmlns:a="http://schemas.openxmlformats.org/drawingml/2006/main" rot="0" flipH="0" flipV="0">
            <a:off x="-2742935" y="674860"/>
            <a:ext cx="12798869" cy="8937280"/>
          </a:xfrm>
          <a:custGeom xmlns:a="http://schemas.openxmlformats.org/drawingml/2006/main">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xmlns:a="http://schemas.openxmlformats.org/drawingml/2006/main" w="66675" cap="sq">
            <a:solidFill>
              <a:srgbClr val="BEC8DA"/>
            </a:solidFill>
            <a:prstDash val="solid"/>
            <a:miter/>
          </a:ln>
        </p:spPr>
      </p:sp>
      <p:sp>
        <p:nvSpPr>
          <p:cNvPr id="5" name="TextBox 5">
            <a:extLst xmlns:a="http://schemas.openxmlformats.org/drawingml/2006/main">
              <a:ext uri="{FF2B5EF4-FFF2-40B4-BE49-F238E27FC236}">
                <a16:creationId xmlns:a16="http://schemas.microsoft.com/office/drawing/2014/main" id="{FDF761B3-645E-4368-A4C6-CEBA9966377C}"/>
              </a:ext>
            </a:extLst>
          </p:cNvPr>
          <p:cNvSpPr>
            <a:spLocks xmlns:a="http://schemas.openxmlformats.org/drawingml/2006/main" noGrp="1"/>
          </p:cNvSpPr>
          <p:nvPr/>
        </p:nvSpPr>
        <p:spPr>
          <a:xfrm xmlns:a="http://schemas.openxmlformats.org/drawingml/2006/main" rot="0" flipH="0" flipV="0">
            <a:off x="-2742935" y="2397782"/>
            <a:ext cx="12798869" cy="721435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940"/>
              </a:lnSpc>
              <a:buNone/>
            </a:pPr>
          </a:p>
        </p:txBody>
      </p:sp>
      <p:sp>
        <p:nvSpPr>
          <p:cNvPr id="7" name="Freeform 7">
            <a:extLst xmlns:a="http://schemas.openxmlformats.org/drawingml/2006/main">
              <a:ext uri="{FF2B5EF4-FFF2-40B4-BE49-F238E27FC236}">
                <a16:creationId xmlns:a16="http://schemas.microsoft.com/office/drawing/2014/main" id="{9A345E3D-0FDA-468E-AF77-49E3CAE62274}"/>
              </a:ext>
            </a:extLst>
          </p:cNvPr>
          <p:cNvSpPr>
            <a:spLocks xmlns:a="http://schemas.openxmlformats.org/drawingml/2006/main" noGrp="1"/>
          </p:cNvSpPr>
          <p:nvPr/>
        </p:nvSpPr>
        <p:spPr>
          <a:xfrm xmlns:a="http://schemas.openxmlformats.org/drawingml/2006/main" rot="0" flipH="0" flipV="0">
            <a:off x="728610" y="2312620"/>
            <a:ext cx="5855779" cy="5855779"/>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p:spPr>
      </p:sp>
      <p:sp>
        <p:nvSpPr>
          <p:cNvPr id="8" name="TextBox 8">
            <a:extLst xmlns:a="http://schemas.openxmlformats.org/drawingml/2006/main">
              <a:ext uri="{FF2B5EF4-FFF2-40B4-BE49-F238E27FC236}">
                <a16:creationId xmlns:a16="http://schemas.microsoft.com/office/drawing/2014/main" id="{25BBE6D5-DA0E-4B78-9E16-4AAB6840873E}"/>
              </a:ext>
            </a:extLst>
          </p:cNvPr>
          <p:cNvSpPr>
            <a:spLocks xmlns:a="http://schemas.openxmlformats.org/drawingml/2006/main" noGrp="1"/>
          </p:cNvSpPr>
          <p:nvPr/>
        </p:nvSpPr>
        <p:spPr>
          <a:xfrm xmlns:a="http://schemas.openxmlformats.org/drawingml/2006/main" rot="0" flipH="0" flipV="0">
            <a:off x="1277589" y="2587109"/>
            <a:ext cx="4757820" cy="503231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940"/>
              </a:lnSpc>
              <a:buNone/>
            </a:pPr>
          </a:p>
        </p:txBody>
      </p:sp>
      <p:sp>
        <p:nvSpPr>
          <p:cNvPr id="9" name="Freeform 9">
            <a:extLst xmlns:a="http://schemas.openxmlformats.org/drawingml/2006/main">
              <a:ext uri="{FF2B5EF4-FFF2-40B4-BE49-F238E27FC236}">
                <a16:creationId xmlns:a16="http://schemas.microsoft.com/office/drawing/2014/main" id="{CBB76488-D203-4B2B-996D-2A2A3DFCE5EB}"/>
              </a:ext>
            </a:extLst>
          </p:cNvPr>
          <p:cNvSpPr>
            <a:spLocks xmlns:a="http://schemas.openxmlformats.org/drawingml/2006/main" noGrp="1"/>
          </p:cNvSpPr>
          <p:nvPr/>
        </p:nvSpPr>
        <p:spPr>
          <a:xfrm xmlns:a="http://schemas.openxmlformats.org/drawingml/2006/main" rot="0" flipH="0" flipV="0">
            <a:off x="6584389" y="1188990"/>
            <a:ext cx="1216244" cy="1216244"/>
          </a:xfrm>
          <a:custGeom xmlns:a="http://schemas.openxmlformats.org/drawingml/2006/main">
            <a:rect l="l" t="t" r="r" b="b"/>
            <a:pathLst>
              <a:path w="1216244" h="1216244">
                <a:moveTo>
                  <a:pt x="0" y="0"/>
                </a:moveTo>
                <a:lnTo>
                  <a:pt x="1216244" y="0"/>
                </a:lnTo>
                <a:lnTo>
                  <a:pt x="1216244" y="1216244"/>
                </a:lnTo>
                <a:lnTo>
                  <a:pt x="0" y="1216244"/>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4ECBC3E9-CB4F-42DD-9BD3-1AC2558261CF}"/>
              </a:ext>
            </a:extLst>
          </p:cNvPr>
          <p:cNvSpPr>
            <a:spLocks xmlns:a="http://schemas.openxmlformats.org/drawingml/2006/main" noGrp="1"/>
          </p:cNvSpPr>
          <p:nvPr/>
        </p:nvSpPr>
        <p:spPr>
          <a:xfrm xmlns:a="http://schemas.openxmlformats.org/drawingml/2006/main" rot="0" flipH="0" flipV="0">
            <a:off x="6584389" y="1099966"/>
            <a:ext cx="1216244" cy="121624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122359"/>
          </a:solidFill>
        </p:spPr>
      </p:sp>
      <p:sp>
        <p:nvSpPr>
          <p:cNvPr id="12" name="TextBox 12">
            <a:extLst xmlns:a="http://schemas.openxmlformats.org/drawingml/2006/main">
              <a:ext uri="{FF2B5EF4-FFF2-40B4-BE49-F238E27FC236}">
                <a16:creationId xmlns:a16="http://schemas.microsoft.com/office/drawing/2014/main" id="{2B173576-50B7-45BF-8BA1-12F855751BCF}"/>
              </a:ext>
            </a:extLst>
          </p:cNvPr>
          <p:cNvSpPr>
            <a:spLocks xmlns:a="http://schemas.openxmlformats.org/drawingml/2006/main" noGrp="1"/>
          </p:cNvSpPr>
          <p:nvPr/>
        </p:nvSpPr>
        <p:spPr>
          <a:xfrm xmlns:a="http://schemas.openxmlformats.org/drawingml/2006/main" rot="0" flipH="0" flipV="0">
            <a:off x="6698411" y="1156977"/>
            <a:ext cx="988198" cy="104520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3" name="Freeform 13">
            <a:extLst xmlns:a="http://schemas.openxmlformats.org/drawingml/2006/main">
              <a:ext uri="{FF2B5EF4-FFF2-40B4-BE49-F238E27FC236}">
                <a16:creationId xmlns:a16="http://schemas.microsoft.com/office/drawing/2014/main" id="{FEFC8741-5CAE-44BB-97D7-3EE14D21EA3D}"/>
              </a:ext>
            </a:extLst>
          </p:cNvPr>
          <p:cNvSpPr>
            <a:spLocks xmlns:a="http://schemas.openxmlformats.org/drawingml/2006/main" noGrp="1"/>
          </p:cNvSpPr>
          <p:nvPr/>
        </p:nvSpPr>
        <p:spPr>
          <a:xfrm xmlns:a="http://schemas.openxmlformats.org/drawingml/2006/main" rot="0" flipH="0" flipV="0">
            <a:off x="7197129" y="6351882"/>
            <a:ext cx="1216244" cy="1216244"/>
          </a:xfrm>
          <a:custGeom xmlns:a="http://schemas.openxmlformats.org/drawingml/2006/main">
            <a:rect l="l" t="t" r="r" b="b"/>
            <a:pathLst>
              <a:path w="1216244" h="1216244">
                <a:moveTo>
                  <a:pt x="0" y="0"/>
                </a:moveTo>
                <a:lnTo>
                  <a:pt x="1216244" y="0"/>
                </a:lnTo>
                <a:lnTo>
                  <a:pt x="1216244" y="1216244"/>
                </a:lnTo>
                <a:lnTo>
                  <a:pt x="0" y="1216244"/>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332BF5CA-1E8D-43BC-8DDD-C0DCD3A620A1}"/>
              </a:ext>
            </a:extLst>
          </p:cNvPr>
          <p:cNvSpPr>
            <a:spLocks xmlns:a="http://schemas.openxmlformats.org/drawingml/2006/main" noGrp="1"/>
          </p:cNvSpPr>
          <p:nvPr/>
        </p:nvSpPr>
        <p:spPr>
          <a:xfrm xmlns:a="http://schemas.openxmlformats.org/drawingml/2006/main" rot="0" flipH="0" flipV="0">
            <a:off x="7197129" y="6262859"/>
            <a:ext cx="1216244" cy="121624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68D55"/>
          </a:solidFill>
        </p:spPr>
      </p:sp>
      <p:sp>
        <p:nvSpPr>
          <p:cNvPr id="16" name="TextBox 16">
            <a:extLst xmlns:a="http://schemas.openxmlformats.org/drawingml/2006/main">
              <a:ext uri="{FF2B5EF4-FFF2-40B4-BE49-F238E27FC236}">
                <a16:creationId xmlns:a16="http://schemas.microsoft.com/office/drawing/2014/main" id="{D597E751-5345-4D49-9FF0-76B3A4E28972}"/>
              </a:ext>
            </a:extLst>
          </p:cNvPr>
          <p:cNvSpPr>
            <a:spLocks xmlns:a="http://schemas.openxmlformats.org/drawingml/2006/main" noGrp="1"/>
          </p:cNvSpPr>
          <p:nvPr/>
        </p:nvSpPr>
        <p:spPr>
          <a:xfrm xmlns:a="http://schemas.openxmlformats.org/drawingml/2006/main" rot="0" flipH="0" flipV="0">
            <a:off x="7311151" y="6319870"/>
            <a:ext cx="988198" cy="104520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7" name="Freeform 17">
            <a:extLst xmlns:a="http://schemas.openxmlformats.org/drawingml/2006/main">
              <a:ext uri="{FF2B5EF4-FFF2-40B4-BE49-F238E27FC236}">
                <a16:creationId xmlns:a16="http://schemas.microsoft.com/office/drawing/2014/main" id="{6F7EC200-2627-4079-BE6D-A0D5B31B8E42}"/>
              </a:ext>
            </a:extLst>
          </p:cNvPr>
          <p:cNvSpPr>
            <a:spLocks xmlns:a="http://schemas.openxmlformats.org/drawingml/2006/main" noGrp="1"/>
          </p:cNvSpPr>
          <p:nvPr/>
        </p:nvSpPr>
        <p:spPr>
          <a:xfrm xmlns:a="http://schemas.openxmlformats.org/drawingml/2006/main" rot="0" flipH="0" flipV="0">
            <a:off x="7197129" y="2810927"/>
            <a:ext cx="1216244" cy="1216244"/>
          </a:xfrm>
          <a:custGeom xmlns:a="http://schemas.openxmlformats.org/drawingml/2006/main">
            <a:rect l="l" t="t" r="r" b="b"/>
            <a:pathLst>
              <a:path w="1216244" h="1216244">
                <a:moveTo>
                  <a:pt x="0" y="0"/>
                </a:moveTo>
                <a:lnTo>
                  <a:pt x="1216244" y="0"/>
                </a:lnTo>
                <a:lnTo>
                  <a:pt x="1216244" y="1216244"/>
                </a:lnTo>
                <a:lnTo>
                  <a:pt x="0" y="1216244"/>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C48904F8-6892-4FF8-A260-08452D4ED3F0}"/>
              </a:ext>
            </a:extLst>
          </p:cNvPr>
          <p:cNvSpPr>
            <a:spLocks xmlns:a="http://schemas.openxmlformats.org/drawingml/2006/main" noGrp="1"/>
          </p:cNvSpPr>
          <p:nvPr/>
        </p:nvSpPr>
        <p:spPr>
          <a:xfrm xmlns:a="http://schemas.openxmlformats.org/drawingml/2006/main" rot="0" flipH="0" flipV="0">
            <a:off x="7197129" y="2721904"/>
            <a:ext cx="1216244" cy="121624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3D6298"/>
          </a:solidFill>
        </p:spPr>
      </p:sp>
      <p:sp>
        <p:nvSpPr>
          <p:cNvPr id="20" name="TextBox 20">
            <a:extLst xmlns:a="http://schemas.openxmlformats.org/drawingml/2006/main">
              <a:ext uri="{FF2B5EF4-FFF2-40B4-BE49-F238E27FC236}">
                <a16:creationId xmlns:a16="http://schemas.microsoft.com/office/drawing/2014/main" id="{287BC9D1-8089-40E1-9604-DEFBC128912A}"/>
              </a:ext>
            </a:extLst>
          </p:cNvPr>
          <p:cNvSpPr>
            <a:spLocks xmlns:a="http://schemas.openxmlformats.org/drawingml/2006/main" noGrp="1"/>
          </p:cNvSpPr>
          <p:nvPr/>
        </p:nvSpPr>
        <p:spPr>
          <a:xfrm xmlns:a="http://schemas.openxmlformats.org/drawingml/2006/main" rot="0" flipH="0" flipV="0">
            <a:off x="7311151" y="2778915"/>
            <a:ext cx="988198" cy="104520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1" name="Freeform 21">
            <a:extLst xmlns:a="http://schemas.openxmlformats.org/drawingml/2006/main">
              <a:ext uri="{FF2B5EF4-FFF2-40B4-BE49-F238E27FC236}">
                <a16:creationId xmlns:a16="http://schemas.microsoft.com/office/drawing/2014/main" id="{09A55C13-4144-4717-8370-1258E208D16C}"/>
              </a:ext>
            </a:extLst>
          </p:cNvPr>
          <p:cNvSpPr>
            <a:spLocks xmlns:a="http://schemas.openxmlformats.org/drawingml/2006/main" noGrp="1"/>
          </p:cNvSpPr>
          <p:nvPr/>
        </p:nvSpPr>
        <p:spPr>
          <a:xfrm xmlns:a="http://schemas.openxmlformats.org/drawingml/2006/main" rot="0" flipH="0" flipV="0">
            <a:off x="6584389" y="7970790"/>
            <a:ext cx="1216244" cy="1216244"/>
          </a:xfrm>
          <a:custGeom xmlns:a="http://schemas.openxmlformats.org/drawingml/2006/main">
            <a:rect l="l" t="t" r="r" b="b"/>
            <a:pathLst>
              <a:path w="1216244" h="1216244">
                <a:moveTo>
                  <a:pt x="0" y="0"/>
                </a:moveTo>
                <a:lnTo>
                  <a:pt x="1216244" y="0"/>
                </a:lnTo>
                <a:lnTo>
                  <a:pt x="1216244" y="1216244"/>
                </a:lnTo>
                <a:lnTo>
                  <a:pt x="0" y="1216244"/>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32B546AF-9D3B-4088-82A4-890E09BA335A}"/>
              </a:ext>
            </a:extLst>
          </p:cNvPr>
          <p:cNvSpPr>
            <a:spLocks xmlns:a="http://schemas.openxmlformats.org/drawingml/2006/main" noGrp="1"/>
          </p:cNvSpPr>
          <p:nvPr/>
        </p:nvSpPr>
        <p:spPr>
          <a:xfrm xmlns:a="http://schemas.openxmlformats.org/drawingml/2006/main" rot="0" flipH="0" flipV="0">
            <a:off x="6584389" y="7881766"/>
            <a:ext cx="1216244" cy="121624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E7DED6"/>
          </a:solidFill>
        </p:spPr>
      </p:sp>
      <p:sp>
        <p:nvSpPr>
          <p:cNvPr id="24" name="TextBox 24">
            <a:extLst xmlns:a="http://schemas.openxmlformats.org/drawingml/2006/main">
              <a:ext uri="{FF2B5EF4-FFF2-40B4-BE49-F238E27FC236}">
                <a16:creationId xmlns:a16="http://schemas.microsoft.com/office/drawing/2014/main" id="{93421049-C585-4156-8B0C-C26410489D70}"/>
              </a:ext>
            </a:extLst>
          </p:cNvPr>
          <p:cNvSpPr>
            <a:spLocks xmlns:a="http://schemas.openxmlformats.org/drawingml/2006/main" noGrp="1"/>
          </p:cNvSpPr>
          <p:nvPr/>
        </p:nvSpPr>
        <p:spPr>
          <a:xfrm xmlns:a="http://schemas.openxmlformats.org/drawingml/2006/main" rot="0" flipH="0" flipV="0">
            <a:off x="6698411" y="7938777"/>
            <a:ext cx="988198" cy="104520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5" name="Freeform 25">
            <a:extLst xmlns:a="http://schemas.openxmlformats.org/drawingml/2006/main">
              <a:ext uri="{FF2B5EF4-FFF2-40B4-BE49-F238E27FC236}">
                <a16:creationId xmlns:a16="http://schemas.microsoft.com/office/drawing/2014/main" id="{9018760F-76FC-4031-8693-91263B33D017}"/>
              </a:ext>
            </a:extLst>
          </p:cNvPr>
          <p:cNvSpPr>
            <a:spLocks xmlns:a="http://schemas.openxmlformats.org/drawingml/2006/main" noGrp="1"/>
          </p:cNvSpPr>
          <p:nvPr/>
        </p:nvSpPr>
        <p:spPr>
          <a:xfrm xmlns:a="http://schemas.openxmlformats.org/drawingml/2006/main" rot="0" flipH="0" flipV="0">
            <a:off x="7601661" y="4579890"/>
            <a:ext cx="1216244" cy="1216244"/>
          </a:xfrm>
          <a:custGeom xmlns:a="http://schemas.openxmlformats.org/drawingml/2006/main">
            <a:rect l="l" t="t" r="r" b="b"/>
            <a:pathLst>
              <a:path w="1216244" h="1216244">
                <a:moveTo>
                  <a:pt x="0" y="0"/>
                </a:moveTo>
                <a:lnTo>
                  <a:pt x="1216244" y="0"/>
                </a:lnTo>
                <a:lnTo>
                  <a:pt x="1216244" y="1216244"/>
                </a:lnTo>
                <a:lnTo>
                  <a:pt x="0" y="1216244"/>
                </a:lnTo>
                <a:lnTo>
                  <a:pt x="0" y="0"/>
                </a:lnTo>
                <a:close/>
              </a:path>
            </a:pathLst>
          </a:custGeom>
          <a:blipFill xmlns:a="http://schemas.openxmlformats.org/drawingml/2006/main">
            <a:blip xmlns:r="http://schemas.openxmlformats.org/officeDocument/2006/relationships" r:embed="Rf2d5163c3f814764">
              <a:extLst>
                <a:ext uri="{96DAC541-7B7A-43D3-8B79-37D633B846F1}">
                  <asvg:svgBlip xmlns:asvg="http://schemas.microsoft.com/office/drawing/2016/SVG/main" r:embed="Rd98d22254b634a3c"/>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061ADDE5-49C3-49FC-91E3-95DD6A7BC536}"/>
              </a:ext>
            </a:extLst>
          </p:cNvPr>
          <p:cNvSpPr>
            <a:spLocks xmlns:a="http://schemas.openxmlformats.org/drawingml/2006/main" noGrp="1"/>
          </p:cNvSpPr>
          <p:nvPr/>
        </p:nvSpPr>
        <p:spPr>
          <a:xfrm xmlns:a="http://schemas.openxmlformats.org/drawingml/2006/main" rot="0" flipH="0" flipV="0">
            <a:off x="7601661" y="4490866"/>
            <a:ext cx="1216244" cy="121624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BEC8DA"/>
          </a:solidFill>
        </p:spPr>
      </p:sp>
      <p:sp>
        <p:nvSpPr>
          <p:cNvPr id="28" name="TextBox 28">
            <a:extLst xmlns:a="http://schemas.openxmlformats.org/drawingml/2006/main">
              <a:ext uri="{FF2B5EF4-FFF2-40B4-BE49-F238E27FC236}">
                <a16:creationId xmlns:a16="http://schemas.microsoft.com/office/drawing/2014/main" id="{117DBB24-2562-4D12-84AA-73064CE9F9C4}"/>
              </a:ext>
            </a:extLst>
          </p:cNvPr>
          <p:cNvSpPr>
            <a:spLocks xmlns:a="http://schemas.openxmlformats.org/drawingml/2006/main" noGrp="1"/>
          </p:cNvSpPr>
          <p:nvPr/>
        </p:nvSpPr>
        <p:spPr>
          <a:xfrm xmlns:a="http://schemas.openxmlformats.org/drawingml/2006/main" rot="0" flipH="0" flipV="0">
            <a:off x="7715683" y="4547877"/>
            <a:ext cx="988198" cy="104520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9" name="Freeform 29">
            <a:extLst xmlns:a="http://schemas.openxmlformats.org/drawingml/2006/main">
              <a:ext uri="{FF2B5EF4-FFF2-40B4-BE49-F238E27FC236}">
                <a16:creationId xmlns:a16="http://schemas.microsoft.com/office/drawing/2014/main" id="{6984BDCB-CEF1-41EB-B956-224B30F9248F}"/>
              </a:ext>
            </a:extLst>
          </p:cNvPr>
          <p:cNvSpPr>
            <a:spLocks xmlns:a="http://schemas.openxmlformats.org/drawingml/2006/main" noGrp="1"/>
          </p:cNvSpPr>
          <p:nvPr/>
        </p:nvSpPr>
        <p:spPr>
          <a:xfrm xmlns:a="http://schemas.openxmlformats.org/drawingml/2006/main" rot="0" flipH="0" flipV="0">
            <a:off x="6976824" y="1448022"/>
            <a:ext cx="431374" cy="517391"/>
          </a:xfrm>
          <a:custGeom xmlns:a="http://schemas.openxmlformats.org/drawingml/2006/main">
            <a:rect l="l" t="t" r="r" b="b"/>
            <a:pathLst>
              <a:path w="431374" h="517391">
                <a:moveTo>
                  <a:pt x="0" y="0"/>
                </a:moveTo>
                <a:lnTo>
                  <a:pt x="431374" y="0"/>
                </a:lnTo>
                <a:lnTo>
                  <a:pt x="431374" y="517391"/>
                </a:lnTo>
                <a:lnTo>
                  <a:pt x="0" y="517391"/>
                </a:lnTo>
                <a:lnTo>
                  <a:pt x="0" y="0"/>
                </a:lnTo>
                <a:close/>
              </a:path>
            </a:pathLst>
          </a:custGeom>
          <a:blipFill xmlns:a="http://schemas.openxmlformats.org/drawingml/2006/main">
            <a:blip xmlns:r="http://schemas.openxmlformats.org/officeDocument/2006/relationships" r:embed="R042451139a344ca5">
              <a:extLst>
                <a:ext uri="{96DAC541-7B7A-43D3-8B79-37D633B846F1}">
                  <asvg:svgBlip xmlns:asvg="http://schemas.microsoft.com/office/drawing/2016/SVG/main" r:embed="R0155811263d344dc"/>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BC0CFA14-2043-4BD6-964C-48EB221EF30F}"/>
              </a:ext>
            </a:extLst>
          </p:cNvPr>
          <p:cNvSpPr>
            <a:spLocks xmlns:a="http://schemas.openxmlformats.org/drawingml/2006/main" noGrp="1"/>
          </p:cNvSpPr>
          <p:nvPr/>
        </p:nvSpPr>
        <p:spPr>
          <a:xfrm xmlns:a="http://schemas.openxmlformats.org/drawingml/2006/main" rot="0" flipH="0" flipV="0">
            <a:off x="6939259" y="8232019"/>
            <a:ext cx="515739" cy="515739"/>
          </a:xfrm>
          <a:custGeom xmlns:a="http://schemas.openxmlformats.org/drawingml/2006/main">
            <a:rect l="l" t="t" r="r" b="b"/>
            <a:pathLst>
              <a:path w="515739" h="515739">
                <a:moveTo>
                  <a:pt x="0" y="0"/>
                </a:moveTo>
                <a:lnTo>
                  <a:pt x="515740" y="0"/>
                </a:lnTo>
                <a:lnTo>
                  <a:pt x="515740" y="515739"/>
                </a:lnTo>
                <a:lnTo>
                  <a:pt x="0" y="515739"/>
                </a:lnTo>
                <a:lnTo>
                  <a:pt x="0" y="0"/>
                </a:lnTo>
                <a:close/>
              </a:path>
            </a:pathLst>
          </a:custGeom>
          <a:blipFill xmlns:a="http://schemas.openxmlformats.org/drawingml/2006/main">
            <a:blip xmlns:r="http://schemas.openxmlformats.org/officeDocument/2006/relationships" r:embed="Rddfe4a3bb2b84886">
              <a:extLst>
                <a:ext uri="{96DAC541-7B7A-43D3-8B79-37D633B846F1}">
                  <asvg:svgBlip xmlns:asvg="http://schemas.microsoft.com/office/drawing/2016/SVG/main" r:embed="R0b6fe13a34b24ebd"/>
                </a:ext>
              </a:extLst>
            </a:blip>
            <a:stretch>
              <a:fillRect l="0" t="0" r="0" b="0"/>
            </a:stretch>
          </a:blipFill>
        </p:spPr>
      </p:sp>
      <p:sp>
        <p:nvSpPr>
          <p:cNvPr id="31" name="Freeform 31">
            <a:extLst xmlns:a="http://schemas.openxmlformats.org/drawingml/2006/main">
              <a:ext uri="{FF2B5EF4-FFF2-40B4-BE49-F238E27FC236}">
                <a16:creationId xmlns:a16="http://schemas.microsoft.com/office/drawing/2014/main" id="{F4BF507F-6A19-4AD4-9761-6A490CE65367}"/>
              </a:ext>
            </a:extLst>
          </p:cNvPr>
          <p:cNvSpPr>
            <a:spLocks xmlns:a="http://schemas.openxmlformats.org/drawingml/2006/main" noGrp="1"/>
          </p:cNvSpPr>
          <p:nvPr/>
        </p:nvSpPr>
        <p:spPr>
          <a:xfrm xmlns:a="http://schemas.openxmlformats.org/drawingml/2006/main" rot="0" flipH="0" flipV="0">
            <a:off x="7505196" y="6570925"/>
            <a:ext cx="600110" cy="600110"/>
          </a:xfrm>
          <a:custGeom xmlns:a="http://schemas.openxmlformats.org/drawingml/2006/main">
            <a:rect l="l" t="t" r="r" b="b"/>
            <a:pathLst>
              <a:path w="600110" h="600110">
                <a:moveTo>
                  <a:pt x="0" y="0"/>
                </a:moveTo>
                <a:lnTo>
                  <a:pt x="600110" y="0"/>
                </a:lnTo>
                <a:lnTo>
                  <a:pt x="600110" y="600111"/>
                </a:lnTo>
                <a:lnTo>
                  <a:pt x="0" y="600111"/>
                </a:lnTo>
                <a:lnTo>
                  <a:pt x="0" y="0"/>
                </a:lnTo>
                <a:close/>
              </a:path>
            </a:pathLst>
          </a:custGeom>
          <a:blipFill xmlns:a="http://schemas.openxmlformats.org/drawingml/2006/main">
            <a:blip xmlns:r="http://schemas.openxmlformats.org/officeDocument/2006/relationships" r:embed="R3f7f83f87aee460a">
              <a:extLst>
                <a:ext uri="{96DAC541-7B7A-43D3-8B79-37D633B846F1}">
                  <asvg:svgBlip xmlns:asvg="http://schemas.microsoft.com/office/drawing/2016/SVG/main" r:embed="Rc3ecb6b083fc4ecf"/>
                </a:ext>
              </a:extLst>
            </a:blip>
            <a:stretch>
              <a:fillRect l="0" t="0" r="0" b="0"/>
            </a:stretch>
          </a:blipFill>
        </p:spPr>
      </p:sp>
      <p:sp>
        <p:nvSpPr>
          <p:cNvPr id="32" name="Freeform 32">
            <a:extLst xmlns:a="http://schemas.openxmlformats.org/drawingml/2006/main">
              <a:ext uri="{FF2B5EF4-FFF2-40B4-BE49-F238E27FC236}">
                <a16:creationId xmlns:a16="http://schemas.microsoft.com/office/drawing/2014/main" id="{3F134987-C0CA-4A64-97CA-4FA0207067EB}"/>
              </a:ext>
            </a:extLst>
          </p:cNvPr>
          <p:cNvSpPr>
            <a:spLocks xmlns:a="http://schemas.openxmlformats.org/drawingml/2006/main" noGrp="1"/>
          </p:cNvSpPr>
          <p:nvPr/>
        </p:nvSpPr>
        <p:spPr>
          <a:xfrm xmlns:a="http://schemas.openxmlformats.org/drawingml/2006/main" rot="0" flipH="0" flipV="0">
            <a:off x="7505196" y="3074482"/>
            <a:ext cx="600110" cy="600110"/>
          </a:xfrm>
          <a:custGeom xmlns:a="http://schemas.openxmlformats.org/drawingml/2006/main">
            <a:rect l="l" t="t" r="r" b="b"/>
            <a:pathLst>
              <a:path w="600110" h="600110">
                <a:moveTo>
                  <a:pt x="0" y="0"/>
                </a:moveTo>
                <a:lnTo>
                  <a:pt x="600110" y="0"/>
                </a:lnTo>
                <a:lnTo>
                  <a:pt x="600110" y="600111"/>
                </a:lnTo>
                <a:lnTo>
                  <a:pt x="0" y="600111"/>
                </a:lnTo>
                <a:lnTo>
                  <a:pt x="0" y="0"/>
                </a:lnTo>
                <a:close/>
              </a:path>
            </a:pathLst>
          </a:custGeom>
          <a:blipFill xmlns:a="http://schemas.openxmlformats.org/drawingml/2006/main">
            <a:blip xmlns:r="http://schemas.openxmlformats.org/officeDocument/2006/relationships" r:embed="R3abe5742b4c54341">
              <a:extLst>
                <a:ext uri="{96DAC541-7B7A-43D3-8B79-37D633B846F1}">
                  <asvg:svgBlip xmlns:asvg="http://schemas.microsoft.com/office/drawing/2016/SVG/main" r:embed="R26d5a7e6580c446e"/>
                </a:ext>
              </a:extLst>
            </a:blip>
            <a:stretch>
              <a:fillRect l="0" t="0" r="0" b="0"/>
            </a:stretch>
          </a:blipFill>
        </p:spPr>
      </p:sp>
      <p:sp>
        <p:nvSpPr>
          <p:cNvPr id="33" name="Freeform 33">
            <a:extLst xmlns:a="http://schemas.openxmlformats.org/drawingml/2006/main">
              <a:ext uri="{FF2B5EF4-FFF2-40B4-BE49-F238E27FC236}">
                <a16:creationId xmlns:a16="http://schemas.microsoft.com/office/drawing/2014/main" id="{A87920EB-E2CA-4402-BAAC-AFA0211532F3}"/>
              </a:ext>
            </a:extLst>
          </p:cNvPr>
          <p:cNvSpPr>
            <a:spLocks xmlns:a="http://schemas.openxmlformats.org/drawingml/2006/main" noGrp="1"/>
          </p:cNvSpPr>
          <p:nvPr/>
        </p:nvSpPr>
        <p:spPr>
          <a:xfrm xmlns:a="http://schemas.openxmlformats.org/drawingml/2006/main" rot="0" flipH="0" flipV="0">
            <a:off x="7949354" y="4825984"/>
            <a:ext cx="520857" cy="543267"/>
          </a:xfrm>
          <a:custGeom xmlns:a="http://schemas.openxmlformats.org/drawingml/2006/main">
            <a:rect l="l" t="t" r="r" b="b"/>
            <a:pathLst>
              <a:path w="520857" h="543267">
                <a:moveTo>
                  <a:pt x="0" y="0"/>
                </a:moveTo>
                <a:lnTo>
                  <a:pt x="520858" y="0"/>
                </a:lnTo>
                <a:lnTo>
                  <a:pt x="520858" y="543267"/>
                </a:lnTo>
                <a:lnTo>
                  <a:pt x="0" y="543267"/>
                </a:lnTo>
                <a:lnTo>
                  <a:pt x="0" y="0"/>
                </a:lnTo>
                <a:close/>
              </a:path>
            </a:pathLst>
          </a:custGeom>
          <a:blipFill xmlns:a="http://schemas.openxmlformats.org/drawingml/2006/main">
            <a:blip xmlns:r="http://schemas.openxmlformats.org/officeDocument/2006/relationships" r:embed="R1e798ada9b1145ab">
              <a:extLst>
                <a:ext uri="{96DAC541-7B7A-43D3-8B79-37D633B846F1}">
                  <asvg:svgBlip xmlns:asvg="http://schemas.microsoft.com/office/drawing/2016/SVG/main" r:embed="R3bf89e29717549a3"/>
                </a:ext>
              </a:extLst>
            </a:blip>
            <a:stretch>
              <a:fillRect l="0" t="0" r="0" b="0"/>
            </a:stretch>
          </a:blipFill>
        </p:spPr>
      </p:sp>
      <p:sp>
        <p:nvSpPr>
          <p:cNvPr id="34" name="TextBox 34">
            <a:extLst xmlns:a="http://schemas.openxmlformats.org/drawingml/2006/main">
              <a:ext uri="{FF2B5EF4-FFF2-40B4-BE49-F238E27FC236}">
                <a16:creationId xmlns:a16="http://schemas.microsoft.com/office/drawing/2014/main" id="{DC72A9E1-8031-4D26-A72E-58C9F9A00A2C}"/>
              </a:ext>
            </a:extLst>
          </p:cNvPr>
          <p:cNvSpPr>
            <a:spLocks xmlns:a="http://schemas.openxmlformats.org/drawingml/2006/main" noGrp="1"/>
          </p:cNvSpPr>
          <p:nvPr/>
        </p:nvSpPr>
        <p:spPr>
          <a:xfrm xmlns:a="http://schemas.openxmlformats.org/drawingml/2006/main" rot="0">
            <a:off x="1701922" y="3953520"/>
            <a:ext cx="3909154" cy="102412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300"/>
            </a:defPPr>
            <a:lvl1pPr>
              <a:defRPr sz="3300"/>
            </a:lvl1pPr>
            <a:lvl2pPr>
              <a:defRPr sz="3300"/>
            </a:lvl2pPr>
            <a:lvl3pPr>
              <a:defRPr sz="3300"/>
            </a:lvl3pPr>
            <a:lvl4pPr>
              <a:defRPr sz="3300"/>
            </a:lvl4pPr>
            <a:lvl5pPr>
              <a:defRPr sz="3300"/>
            </a:lvl5pPr>
            <a:lvl6pPr>
              <a:defRPr sz="3300"/>
            </a:lvl6pPr>
            <a:lvl7pPr>
              <a:defRPr sz="3300"/>
            </a:lvl7pPr>
            <a:lvl8pPr>
              <a:defRPr sz="3300"/>
            </a:lvl8pPr>
            <a:lvl9pPr>
              <a:defRPr sz="3300"/>
            </a:lvl9pPr>
          </a:lstStyle>
          <a:p xmlns:a="http://schemas.openxmlformats.org/drawingml/2006/main">
            <a:pPr algn="ctr">
              <a:lnSpc>
                <a:spcPts val="4032"/>
              </a:lnSpc>
              <a:buNone/>
            </a:pPr>
            <a:r>
              <a:rPr sz="3300" b="1">
                <a:solidFill>
                  <a:srgbClr val="112F8D"/>
                </a:solidFill>
                <a:latin typeface="TT Fors Bold"/>
                <a:ea typeface="TT Fors Bold"/>
                <a:cs typeface="TT Fors Bold"/>
              </a:rPr>
              <a:t>Reproduksi BSARec</a:t>
            </a:r>
          </a:p>
          <a:p xmlns:a="http://schemas.openxmlformats.org/drawingml/2006/main">
            <a:pPr algn="ctr">
              <a:lnSpc>
                <a:spcPts val="4032"/>
              </a:lnSpc>
              <a:buNone/>
            </a:pPr>
            <a:r>
              <a:rPr sz="3300" b="1">
                <a:solidFill>
                  <a:srgbClr val="112F8D"/>
                </a:solidFill>
                <a:latin typeface="TT Fors Bold"/>
                <a:ea typeface="TT Fors Bold"/>
                <a:cs typeface="TT Fors Bold"/>
              </a:rPr>
              <a:t>untuk 3 Dataset</a:t>
            </a:r>
          </a:p>
        </p:txBody>
      </p:sp>
      <p:sp>
        <p:nvSpPr>
          <p:cNvPr id="35" name="TextBox 35">
            <a:extLst xmlns:a="http://schemas.openxmlformats.org/drawingml/2006/main">
              <a:ext uri="{FF2B5EF4-FFF2-40B4-BE49-F238E27FC236}">
                <a16:creationId xmlns:a16="http://schemas.microsoft.com/office/drawing/2014/main" id="{07429546-E83D-429C-8CAF-30AD81EE3203}"/>
              </a:ext>
            </a:extLst>
          </p:cNvPr>
          <p:cNvSpPr>
            <a:spLocks xmlns:a="http://schemas.openxmlformats.org/drawingml/2006/main" noGrp="1"/>
          </p:cNvSpPr>
          <p:nvPr/>
        </p:nvSpPr>
        <p:spPr>
          <a:xfrm xmlns:a="http://schemas.openxmlformats.org/drawingml/2006/main" rot="0">
            <a:off x="1989031" y="5724380"/>
            <a:ext cx="3334937" cy="74676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algn="ctr">
              <a:lnSpc>
                <a:spcPts val="2940"/>
              </a:lnSpc>
              <a:spcBef>
                <a:spcPct val="0"/>
              </a:spcBef>
              <a:buNone/>
            </a:pPr>
            <a:r>
              <a:rPr sz="1725">
                <a:solidFill>
                  <a:srgbClr val="000000"/>
                </a:solidFill>
                <a:latin typeface="TT Fors"/>
                <a:ea typeface="TT Fors"/>
                <a:cs typeface="TT Fors"/>
              </a:rPr>
              <a:t>Beauty · LastFM · ML-1M</a:t>
            </a:r>
          </a:p>
          <a:p xmlns:a="http://schemas.openxmlformats.org/drawingml/2006/main">
            <a:pPr algn="ctr">
              <a:lnSpc>
                <a:spcPts val="2940"/>
              </a:lnSpc>
              <a:spcBef>
                <a:spcPct val="0"/>
              </a:spcBef>
              <a:buNone/>
            </a:pPr>
            <a:r>
              <a:rPr sz="1725">
                <a:solidFill>
                  <a:srgbClr val="000000"/>
                </a:solidFill>
                <a:latin typeface="TT Fors"/>
                <a:ea typeface="TT Fors"/>
                <a:cs typeface="TT Fors"/>
              </a:rPr>
              <a:t>Checkpoint 1 | Probation Lab KC</a:t>
            </a:r>
          </a:p>
        </p:txBody>
      </p:sp>
      <p:sp>
        <p:nvSpPr>
          <p:cNvPr id="36" name="TextBox 36">
            <a:extLst xmlns:a="http://schemas.openxmlformats.org/drawingml/2006/main">
              <a:ext uri="{FF2B5EF4-FFF2-40B4-BE49-F238E27FC236}">
                <a16:creationId xmlns:a16="http://schemas.microsoft.com/office/drawing/2014/main" id="{4ACB3B25-C227-49C1-8C08-BDE78EC2DE38}"/>
              </a:ext>
            </a:extLst>
          </p:cNvPr>
          <p:cNvSpPr>
            <a:spLocks xmlns:a="http://schemas.openxmlformats.org/drawingml/2006/main" noGrp="1"/>
          </p:cNvSpPr>
          <p:nvPr/>
        </p:nvSpPr>
        <p:spPr>
          <a:xfrm xmlns:a="http://schemas.openxmlformats.org/drawingml/2006/main" rot="0">
            <a:off x="7765489" y="1366973"/>
            <a:ext cx="1409248" cy="7175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5600"/>
              </a:lnSpc>
              <a:buNone/>
            </a:pPr>
            <a:r>
              <a:rPr sz="5000" b="1">
                <a:solidFill>
                  <a:srgbClr val="122359"/>
                </a:solidFill>
                <a:latin typeface="TT Fors Bold"/>
                <a:ea typeface="TT Fors Bold"/>
                <a:cs typeface="TT Fors Bold"/>
              </a:rPr>
              <a:t>01</a:t>
            </a:r>
          </a:p>
        </p:txBody>
      </p:sp>
      <p:sp>
        <p:nvSpPr>
          <p:cNvPr id="37" name="TextBox 37">
            <a:extLst xmlns:a="http://schemas.openxmlformats.org/drawingml/2006/main">
              <a:ext uri="{FF2B5EF4-FFF2-40B4-BE49-F238E27FC236}">
                <a16:creationId xmlns:a16="http://schemas.microsoft.com/office/drawing/2014/main" id="{00FB5246-EBDB-454F-9470-6AC9A3D30E11}"/>
              </a:ext>
            </a:extLst>
          </p:cNvPr>
          <p:cNvSpPr>
            <a:spLocks xmlns:a="http://schemas.openxmlformats.org/drawingml/2006/main" noGrp="1"/>
          </p:cNvSpPr>
          <p:nvPr/>
        </p:nvSpPr>
        <p:spPr>
          <a:xfrm xmlns:a="http://schemas.openxmlformats.org/drawingml/2006/main" rot="0">
            <a:off x="7765489" y="8148773"/>
            <a:ext cx="1409248" cy="7175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5600"/>
              </a:lnSpc>
              <a:buNone/>
            </a:pPr>
            <a:r>
              <a:rPr sz="5000" b="1">
                <a:solidFill>
                  <a:srgbClr val="122359"/>
                </a:solidFill>
                <a:latin typeface="TT Fors Bold"/>
                <a:ea typeface="TT Fors Bold"/>
                <a:cs typeface="TT Fors Bold"/>
              </a:rPr>
              <a:t>05</a:t>
            </a:r>
          </a:p>
        </p:txBody>
      </p:sp>
      <p:sp>
        <p:nvSpPr>
          <p:cNvPr id="38" name="TextBox 38">
            <a:extLst xmlns:a="http://schemas.openxmlformats.org/drawingml/2006/main">
              <a:ext uri="{FF2B5EF4-FFF2-40B4-BE49-F238E27FC236}">
                <a16:creationId xmlns:a16="http://schemas.microsoft.com/office/drawing/2014/main" id="{10F2DD86-3562-4D7A-9A8C-DD69BAC9B3D3}"/>
              </a:ext>
            </a:extLst>
          </p:cNvPr>
          <p:cNvSpPr>
            <a:spLocks xmlns:a="http://schemas.openxmlformats.org/drawingml/2006/main" noGrp="1"/>
          </p:cNvSpPr>
          <p:nvPr/>
        </p:nvSpPr>
        <p:spPr>
          <a:xfrm xmlns:a="http://schemas.openxmlformats.org/drawingml/2006/main" rot="0">
            <a:off x="8413373" y="2988910"/>
            <a:ext cx="1409248" cy="7175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5600"/>
              </a:lnSpc>
              <a:buNone/>
            </a:pPr>
            <a:r>
              <a:rPr sz="5000" b="1">
                <a:solidFill>
                  <a:srgbClr val="122359"/>
                </a:solidFill>
                <a:latin typeface="TT Fors Bold"/>
                <a:ea typeface="TT Fors Bold"/>
                <a:cs typeface="TT Fors Bold"/>
              </a:rPr>
              <a:t>02</a:t>
            </a:r>
          </a:p>
        </p:txBody>
      </p:sp>
      <p:sp>
        <p:nvSpPr>
          <p:cNvPr id="39" name="TextBox 39">
            <a:extLst xmlns:a="http://schemas.openxmlformats.org/drawingml/2006/main">
              <a:ext uri="{FF2B5EF4-FFF2-40B4-BE49-F238E27FC236}">
                <a16:creationId xmlns:a16="http://schemas.microsoft.com/office/drawing/2014/main" id="{63D23CC3-BE71-48FA-B4C9-8F2D74411F47}"/>
              </a:ext>
            </a:extLst>
          </p:cNvPr>
          <p:cNvSpPr>
            <a:spLocks xmlns:a="http://schemas.openxmlformats.org/drawingml/2006/main" noGrp="1"/>
          </p:cNvSpPr>
          <p:nvPr/>
        </p:nvSpPr>
        <p:spPr>
          <a:xfrm xmlns:a="http://schemas.openxmlformats.org/drawingml/2006/main" rot="0">
            <a:off x="8413373" y="6547181"/>
            <a:ext cx="1409248" cy="7175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5600"/>
              </a:lnSpc>
              <a:buNone/>
            </a:pPr>
            <a:r>
              <a:rPr sz="5000" b="1">
                <a:solidFill>
                  <a:srgbClr val="122359"/>
                </a:solidFill>
                <a:latin typeface="TT Fors Bold"/>
                <a:ea typeface="TT Fors Bold"/>
                <a:cs typeface="TT Fors Bold"/>
              </a:rPr>
              <a:t>04</a:t>
            </a:r>
          </a:p>
        </p:txBody>
      </p:sp>
      <p:sp>
        <p:nvSpPr>
          <p:cNvPr id="40" name="TextBox 40">
            <a:extLst xmlns:a="http://schemas.openxmlformats.org/drawingml/2006/main">
              <a:ext uri="{FF2B5EF4-FFF2-40B4-BE49-F238E27FC236}">
                <a16:creationId xmlns:a16="http://schemas.microsoft.com/office/drawing/2014/main" id="{D72D6B7B-73FD-4C76-9BCF-48EA3E23F13F}"/>
              </a:ext>
            </a:extLst>
          </p:cNvPr>
          <p:cNvSpPr>
            <a:spLocks xmlns:a="http://schemas.openxmlformats.org/drawingml/2006/main" noGrp="1"/>
          </p:cNvSpPr>
          <p:nvPr/>
        </p:nvSpPr>
        <p:spPr>
          <a:xfrm xmlns:a="http://schemas.openxmlformats.org/drawingml/2006/main" rot="0">
            <a:off x="8817905" y="4757873"/>
            <a:ext cx="1409248" cy="7175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5600"/>
              </a:lnSpc>
              <a:buNone/>
            </a:pPr>
            <a:r>
              <a:rPr sz="5000" b="1">
                <a:solidFill>
                  <a:srgbClr val="122359"/>
                </a:solidFill>
                <a:latin typeface="TT Fors Bold"/>
                <a:ea typeface="TT Fors Bold"/>
                <a:cs typeface="TT Fors Bold"/>
              </a:rPr>
              <a:t>03</a:t>
            </a:r>
          </a:p>
        </p:txBody>
      </p:sp>
      <p:sp>
        <p:nvSpPr>
          <p:cNvPr id="41" name="TextBox 41">
            <a:extLst xmlns:a="http://schemas.openxmlformats.org/drawingml/2006/main">
              <a:ext uri="{FF2B5EF4-FFF2-40B4-BE49-F238E27FC236}">
                <a16:creationId xmlns:a16="http://schemas.microsoft.com/office/drawing/2014/main" id="{A2CC74D8-F1EF-4045-A4C7-4BB8BA4C3A42}"/>
              </a:ext>
            </a:extLst>
          </p:cNvPr>
          <p:cNvSpPr>
            <a:spLocks xmlns:a="http://schemas.openxmlformats.org/drawingml/2006/main" noGrp="1"/>
          </p:cNvSpPr>
          <p:nvPr/>
        </p:nvSpPr>
        <p:spPr>
          <a:xfrm xmlns:a="http://schemas.openxmlformats.org/drawingml/2006/main" rot="0">
            <a:off x="9660290" y="1643965"/>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Mengukur kedekatan hasil implementasi BSARec dan SASRec dengan paper, disertai audit protokol.</a:t>
            </a:r>
          </a:p>
        </p:txBody>
      </p:sp>
      <p:sp>
        <p:nvSpPr>
          <p:cNvPr id="42" name="TextBox 42">
            <a:extLst xmlns:a="http://schemas.openxmlformats.org/drawingml/2006/main">
              <a:ext uri="{FF2B5EF4-FFF2-40B4-BE49-F238E27FC236}">
                <a16:creationId xmlns:a16="http://schemas.microsoft.com/office/drawing/2014/main" id="{B4D538C1-EEBE-4803-A1DD-833A082F1974}"/>
              </a:ext>
            </a:extLst>
          </p:cNvPr>
          <p:cNvSpPr>
            <a:spLocks xmlns:a="http://schemas.openxmlformats.org/drawingml/2006/main" noGrp="1"/>
          </p:cNvSpPr>
          <p:nvPr/>
        </p:nvSpPr>
        <p:spPr>
          <a:xfrm xmlns:a="http://schemas.openxmlformats.org/drawingml/2006/main" rot="0">
            <a:off x="9660290" y="8425765"/>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Metrik yang dekat dengan paper mendukung klaim, tetapi tidak cukup tanpa bukti protokol.</a:t>
            </a:r>
          </a:p>
        </p:txBody>
      </p:sp>
      <p:sp>
        <p:nvSpPr>
          <p:cNvPr id="43" name="TextBox 43">
            <a:extLst xmlns:a="http://schemas.openxmlformats.org/drawingml/2006/main">
              <a:ext uri="{FF2B5EF4-FFF2-40B4-BE49-F238E27FC236}">
                <a16:creationId xmlns:a16="http://schemas.microsoft.com/office/drawing/2014/main" id="{CCC1052C-4183-4868-9BB7-A4629F299262}"/>
              </a:ext>
            </a:extLst>
          </p:cNvPr>
          <p:cNvSpPr>
            <a:spLocks xmlns:a="http://schemas.openxmlformats.org/drawingml/2006/main" noGrp="1"/>
          </p:cNvSpPr>
          <p:nvPr/>
        </p:nvSpPr>
        <p:spPr>
          <a:xfrm xmlns:a="http://schemas.openxmlformats.org/drawingml/2006/main" rot="0">
            <a:off x="10308174" y="3265903"/>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Memeriksa jumlah interaksi, identitas item, pemetaan ID, dan urutan sequence sebelum training.</a:t>
            </a:r>
          </a:p>
        </p:txBody>
      </p:sp>
      <p:sp>
        <p:nvSpPr>
          <p:cNvPr id="44" name="TextBox 44">
            <a:extLst xmlns:a="http://schemas.openxmlformats.org/drawingml/2006/main">
              <a:ext uri="{FF2B5EF4-FFF2-40B4-BE49-F238E27FC236}">
                <a16:creationId xmlns:a16="http://schemas.microsoft.com/office/drawing/2014/main" id="{90FD9E02-7356-4ACB-BEC3-3385D03A5456}"/>
              </a:ext>
            </a:extLst>
          </p:cNvPr>
          <p:cNvSpPr>
            <a:spLocks xmlns:a="http://schemas.openxmlformats.org/drawingml/2006/main" noGrp="1"/>
          </p:cNvSpPr>
          <p:nvPr/>
        </p:nvSpPr>
        <p:spPr>
          <a:xfrm xmlns:a="http://schemas.openxmlformats.org/drawingml/2006/main" rot="0">
            <a:off x="10308174" y="6824174"/>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buNone/>
            </a:pPr>
            <a:r>
              <a:rPr sz="1425">
                <a:solidFill>
                  <a:srgbClr val="000000"/>
                </a:solidFill>
                <a:latin typeface="TT Fors"/>
                <a:ea typeface="TT Fors"/>
                <a:cs typeface="TT Fors"/>
              </a:rPr>
              <a:t>Beauty dan LastFM memakai tiga seed per model; ML-1M adalah pilot satu seed.</a:t>
            </a:r>
          </a:p>
        </p:txBody>
      </p:sp>
      <p:sp>
        <p:nvSpPr>
          <p:cNvPr id="45" name="TextBox 45">
            <a:extLst xmlns:a="http://schemas.openxmlformats.org/drawingml/2006/main">
              <a:ext uri="{FF2B5EF4-FFF2-40B4-BE49-F238E27FC236}">
                <a16:creationId xmlns:a16="http://schemas.microsoft.com/office/drawing/2014/main" id="{F7264424-1C2B-4F4C-A2A2-226BC2B97904}"/>
              </a:ext>
            </a:extLst>
          </p:cNvPr>
          <p:cNvSpPr>
            <a:spLocks xmlns:a="http://schemas.openxmlformats.org/drawingml/2006/main" noGrp="1"/>
          </p:cNvSpPr>
          <p:nvPr/>
        </p:nvSpPr>
        <p:spPr>
          <a:xfrm xmlns:a="http://schemas.openxmlformats.org/drawingml/2006/main" rot="0">
            <a:off x="10712706" y="5034865"/>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Menggunakan split leave-one-out per pengguna dan evaluasi ranking seluruh katalog item.</a:t>
            </a:r>
          </a:p>
        </p:txBody>
      </p:sp>
      <p:sp>
        <p:nvSpPr>
          <p:cNvPr id="46" name="TextBox 46">
            <a:extLst xmlns:a="http://schemas.openxmlformats.org/drawingml/2006/main">
              <a:ext uri="{FF2B5EF4-FFF2-40B4-BE49-F238E27FC236}">
                <a16:creationId xmlns:a16="http://schemas.microsoft.com/office/drawing/2014/main" id="{8AAD0671-1DD4-4BFB-B562-D8156F0F9DA8}"/>
              </a:ext>
            </a:extLst>
          </p:cNvPr>
          <p:cNvSpPr>
            <a:spLocks xmlns:a="http://schemas.openxmlformats.org/drawingml/2006/main" noGrp="1"/>
          </p:cNvSpPr>
          <p:nvPr/>
        </p:nvSpPr>
        <p:spPr>
          <a:xfrm xmlns:a="http://schemas.openxmlformats.org/drawingml/2006/main" rot="0">
            <a:off x="9660290" y="1273150"/>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Tujuan</a:t>
            </a:r>
          </a:p>
        </p:txBody>
      </p:sp>
      <p:sp>
        <p:nvSpPr>
          <p:cNvPr id="47" name="TextBox 47">
            <a:extLst xmlns:a="http://schemas.openxmlformats.org/drawingml/2006/main">
              <a:ext uri="{FF2B5EF4-FFF2-40B4-BE49-F238E27FC236}">
                <a16:creationId xmlns:a16="http://schemas.microsoft.com/office/drawing/2014/main" id="{F640CAC8-FE1B-4C19-9FDF-DF1CD2B47AFD}"/>
              </a:ext>
            </a:extLst>
          </p:cNvPr>
          <p:cNvSpPr>
            <a:spLocks xmlns:a="http://schemas.openxmlformats.org/drawingml/2006/main" noGrp="1"/>
          </p:cNvSpPr>
          <p:nvPr/>
        </p:nvSpPr>
        <p:spPr>
          <a:xfrm xmlns:a="http://schemas.openxmlformats.org/drawingml/2006/main" rot="0">
            <a:off x="9660290" y="8054950"/>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Batas Klaim</a:t>
            </a:r>
          </a:p>
        </p:txBody>
      </p:sp>
      <p:sp>
        <p:nvSpPr>
          <p:cNvPr id="48" name="TextBox 48">
            <a:extLst xmlns:a="http://schemas.openxmlformats.org/drawingml/2006/main">
              <a:ext uri="{FF2B5EF4-FFF2-40B4-BE49-F238E27FC236}">
                <a16:creationId xmlns:a16="http://schemas.microsoft.com/office/drawing/2014/main" id="{CBEFA742-DD8C-4881-931A-FBC55FFB13FA}"/>
              </a:ext>
            </a:extLst>
          </p:cNvPr>
          <p:cNvSpPr>
            <a:spLocks xmlns:a="http://schemas.openxmlformats.org/drawingml/2006/main" noGrp="1"/>
          </p:cNvSpPr>
          <p:nvPr/>
        </p:nvSpPr>
        <p:spPr>
          <a:xfrm xmlns:a="http://schemas.openxmlformats.org/drawingml/2006/main" rot="0">
            <a:off x="10308174" y="2895088"/>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Data</a:t>
            </a:r>
          </a:p>
        </p:txBody>
      </p:sp>
      <p:sp>
        <p:nvSpPr>
          <p:cNvPr id="49" name="TextBox 49">
            <a:extLst xmlns:a="http://schemas.openxmlformats.org/drawingml/2006/main">
              <a:ext uri="{FF2B5EF4-FFF2-40B4-BE49-F238E27FC236}">
                <a16:creationId xmlns:a16="http://schemas.microsoft.com/office/drawing/2014/main" id="{14B9B8B6-069A-44AE-ABEE-13CDDDB8C3CD}"/>
              </a:ext>
            </a:extLst>
          </p:cNvPr>
          <p:cNvSpPr>
            <a:spLocks xmlns:a="http://schemas.openxmlformats.org/drawingml/2006/main" noGrp="1"/>
          </p:cNvSpPr>
          <p:nvPr/>
        </p:nvSpPr>
        <p:spPr>
          <a:xfrm xmlns:a="http://schemas.openxmlformats.org/drawingml/2006/main" rot="0">
            <a:off x="10308174" y="6453359"/>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Training</a:t>
            </a:r>
          </a:p>
        </p:txBody>
      </p:sp>
      <p:sp>
        <p:nvSpPr>
          <p:cNvPr id="50" name="TextBox 50">
            <a:extLst xmlns:a="http://schemas.openxmlformats.org/drawingml/2006/main">
              <a:ext uri="{FF2B5EF4-FFF2-40B4-BE49-F238E27FC236}">
                <a16:creationId xmlns:a16="http://schemas.microsoft.com/office/drawing/2014/main" id="{48FF944D-C57C-4406-ACC3-8213FF703004}"/>
              </a:ext>
            </a:extLst>
          </p:cNvPr>
          <p:cNvSpPr>
            <a:spLocks xmlns:a="http://schemas.openxmlformats.org/drawingml/2006/main" noGrp="1"/>
          </p:cNvSpPr>
          <p:nvPr/>
        </p:nvSpPr>
        <p:spPr>
          <a:xfrm xmlns:a="http://schemas.openxmlformats.org/drawingml/2006/main" rot="0">
            <a:off x="10712706" y="4664050"/>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Protokol</a:t>
            </a:r>
          </a:p>
        </p:txBody>
      </p:sp>
    </p:spTree>
    <p:extLst>
      <p:ext uri="{BB962C8B-B14F-4D97-AF65-F5344CB8AC3E}">
        <p14:creationId xmlns:p14="http://schemas.microsoft.com/office/powerpoint/2010/main" val="39598813"/>
      </p:ext>
    </p:extLst>
  </p:cSld>
</p:sld>
</file>

<file path=ppt/slides/slide2.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FE4A582-0350-4ECE-97BC-10BE250B1E8A}"/>
              </a:ext>
            </a:extLst>
          </p:cNvPr>
          <p:cNvSpPr>
            <a:spLocks xmlns:a="http://schemas.openxmlformats.org/drawingml/2006/main" noGrp="1"/>
          </p:cNvSpPr>
          <p:nvPr/>
        </p:nvSpPr>
        <p:spPr>
          <a:xfrm xmlns:a="http://schemas.openxmlformats.org/drawingml/2006/main" rot="0" flipH="1" flipV="0">
            <a:off x="1389809" y="1330610"/>
            <a:ext cx="7891438" cy="7644830"/>
          </a:xfrm>
          <a:custGeom xmlns:a="http://schemas.openxmlformats.org/drawingml/2006/main">
            <a:rect l="l" t="t" r="r" b="b"/>
            <a:pathLst>
              <a:path w="7891438" h="7644830">
                <a:moveTo>
                  <a:pt x="7891438" y="0"/>
                </a:moveTo>
                <a:lnTo>
                  <a:pt x="0" y="0"/>
                </a:lnTo>
                <a:lnTo>
                  <a:pt x="0" y="7644830"/>
                </a:lnTo>
                <a:lnTo>
                  <a:pt x="7891438" y="7644830"/>
                </a:lnTo>
                <a:lnTo>
                  <a:pt x="7891438" y="0"/>
                </a:lnTo>
                <a:close/>
              </a:path>
            </a:pathLst>
          </a:custGeom>
          <a:blipFill xmlns:a="http://schemas.openxmlformats.org/drawingml/2006/main">
            <a:blip xmlns:r="http://schemas.openxmlformats.org/officeDocument/2006/relationships" r:embed="R5d8a194270054130">
              <a:extLst>
                <a:ext uri="{96DAC541-7B7A-43D3-8B79-37D633B846F1}">
                  <asvg:svgBlip xmlns:asvg="http://schemas.microsoft.com/office/drawing/2016/SVG/main" r:embed="R9d92605e06824c58"/>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3E8E2370-2963-46B9-8521-CB742BCE3AFF}"/>
              </a:ext>
            </a:extLst>
          </p:cNvPr>
          <p:cNvSpPr>
            <a:spLocks xmlns:a="http://schemas.openxmlformats.org/drawingml/2006/main" noGrp="1"/>
          </p:cNvSpPr>
          <p:nvPr/>
        </p:nvSpPr>
        <p:spPr>
          <a:xfrm xmlns:a="http://schemas.openxmlformats.org/drawingml/2006/main" rot="0" flipH="0" flipV="0">
            <a:off x="10145238" y="3068918"/>
            <a:ext cx="6072282" cy="1203416"/>
          </a:xfrm>
          <a:custGeom xmlns:a="http://schemas.openxmlformats.org/drawingml/2006/main">
            <a:rect l="l" t="t" r="r" b="b"/>
            <a:pathLst>
              <a:path w="6072282" h="1203416">
                <a:moveTo>
                  <a:pt x="0" y="0"/>
                </a:moveTo>
                <a:lnTo>
                  <a:pt x="6072282" y="0"/>
                </a:lnTo>
                <a:lnTo>
                  <a:pt x="6072282" y="1203416"/>
                </a:lnTo>
                <a:lnTo>
                  <a:pt x="0" y="1203416"/>
                </a:lnTo>
                <a:lnTo>
                  <a:pt x="0" y="0"/>
                </a:lnTo>
                <a:close/>
              </a:path>
            </a:pathLst>
          </a:custGeom>
          <a:blipFill xmlns:a="http://schemas.openxmlformats.org/drawingml/2006/main">
            <a:blip xmlns:r="http://schemas.openxmlformats.org/officeDocument/2006/relationships" r:embed="R1cbd45071cac4b62"/>
            <a:stretch>
              <a:fillRect l="0" t="0" r="0" b="0"/>
            </a:stretch>
          </a:blipFill>
        </p:spPr>
      </p:sp>
      <p:sp>
        <p:nvSpPr>
          <p:cNvPr id="4" name="Freeform 4">
            <a:extLst xmlns:a="http://schemas.openxmlformats.org/drawingml/2006/main">
              <a:ext uri="{FF2B5EF4-FFF2-40B4-BE49-F238E27FC236}">
                <a16:creationId xmlns:a16="http://schemas.microsoft.com/office/drawing/2014/main" id="{24AD965A-4DCB-4FAC-B5E4-323127878EBE}"/>
              </a:ext>
            </a:extLst>
          </p:cNvPr>
          <p:cNvSpPr>
            <a:spLocks xmlns:a="http://schemas.openxmlformats.org/drawingml/2006/main" noGrp="1"/>
          </p:cNvSpPr>
          <p:nvPr/>
        </p:nvSpPr>
        <p:spPr>
          <a:xfrm xmlns:a="http://schemas.openxmlformats.org/drawingml/2006/main" rot="0" flipH="0" flipV="0">
            <a:off x="10145238" y="4702084"/>
            <a:ext cx="6072282" cy="1203416"/>
          </a:xfrm>
          <a:custGeom xmlns:a="http://schemas.openxmlformats.org/drawingml/2006/main">
            <a:rect l="l" t="t" r="r" b="b"/>
            <a:pathLst>
              <a:path w="6072282" h="1203416">
                <a:moveTo>
                  <a:pt x="0" y="0"/>
                </a:moveTo>
                <a:lnTo>
                  <a:pt x="6072282" y="0"/>
                </a:lnTo>
                <a:lnTo>
                  <a:pt x="6072282" y="1203416"/>
                </a:lnTo>
                <a:lnTo>
                  <a:pt x="0" y="1203416"/>
                </a:lnTo>
                <a:lnTo>
                  <a:pt x="0" y="0"/>
                </a:lnTo>
                <a:close/>
              </a:path>
            </a:pathLst>
          </a:custGeom>
          <a:blipFill xmlns:a="http://schemas.openxmlformats.org/drawingml/2006/main">
            <a:blip xmlns:r="http://schemas.openxmlformats.org/officeDocument/2006/relationships" r:embed="R1cbd45071cac4b62"/>
            <a:stretch>
              <a:fillRect l="0" t="0" r="0" b="0"/>
            </a:stretch>
          </a:blipFill>
        </p:spPr>
      </p:sp>
      <p:sp>
        <p:nvSpPr>
          <p:cNvPr id="6" name="Freeform 6">
            <a:extLst xmlns:a="http://schemas.openxmlformats.org/drawingml/2006/main">
              <a:ext uri="{FF2B5EF4-FFF2-40B4-BE49-F238E27FC236}">
                <a16:creationId xmlns:a16="http://schemas.microsoft.com/office/drawing/2014/main" id="{8DEBBA08-B358-4FA8-8C12-E541FD3BBAB5}"/>
              </a:ext>
            </a:extLst>
          </p:cNvPr>
          <p:cNvSpPr>
            <a:spLocks xmlns:a="http://schemas.openxmlformats.org/drawingml/2006/main" noGrp="1"/>
          </p:cNvSpPr>
          <p:nvPr/>
        </p:nvSpPr>
        <p:spPr>
          <a:xfrm xmlns:a="http://schemas.openxmlformats.org/drawingml/2006/main" rot="0" flipH="0" flipV="0">
            <a:off x="9913103" y="2678645"/>
            <a:ext cx="6536552" cy="1154304"/>
          </a:xfrm>
          <a:custGeom xmlns:a="http://schemas.openxmlformats.org/drawingml/2006/main">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xmlns:a="http://schemas.openxmlformats.org/drawingml/2006/main">
            <a:srgbClr val="122359"/>
          </a:solidFill>
        </p:spPr>
      </p:sp>
      <p:sp>
        <p:nvSpPr>
          <p:cNvPr id="7" name="TextBox 7">
            <a:extLst xmlns:a="http://schemas.openxmlformats.org/drawingml/2006/main">
              <a:ext uri="{FF2B5EF4-FFF2-40B4-BE49-F238E27FC236}">
                <a16:creationId xmlns:a16="http://schemas.microsoft.com/office/drawing/2014/main" id="{A5E34456-A33F-46D1-9990-6052DF332365}"/>
              </a:ext>
            </a:extLst>
          </p:cNvPr>
          <p:cNvSpPr>
            <a:spLocks xmlns:a="http://schemas.openxmlformats.org/drawingml/2006/main" noGrp="1"/>
          </p:cNvSpPr>
          <p:nvPr/>
        </p:nvSpPr>
        <p:spPr>
          <a:xfrm xmlns:a="http://schemas.openxmlformats.org/drawingml/2006/main" rot="0" flipH="0" flipV="0">
            <a:off x="9913103" y="2533984"/>
            <a:ext cx="6536552" cy="129896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9" name="Freeform 9">
            <a:extLst xmlns:a="http://schemas.openxmlformats.org/drawingml/2006/main">
              <a:ext uri="{FF2B5EF4-FFF2-40B4-BE49-F238E27FC236}">
                <a16:creationId xmlns:a16="http://schemas.microsoft.com/office/drawing/2014/main" id="{DA97DBB5-3F39-4488-AECE-B0591A358E7D}"/>
              </a:ext>
            </a:extLst>
          </p:cNvPr>
          <p:cNvSpPr>
            <a:spLocks xmlns:a="http://schemas.openxmlformats.org/drawingml/2006/main" noGrp="1"/>
          </p:cNvSpPr>
          <p:nvPr/>
        </p:nvSpPr>
        <p:spPr>
          <a:xfrm xmlns:a="http://schemas.openxmlformats.org/drawingml/2006/main" rot="0" flipH="0" flipV="0">
            <a:off x="9913103" y="4368254"/>
            <a:ext cx="6536552" cy="1154304"/>
          </a:xfrm>
          <a:custGeom xmlns:a="http://schemas.openxmlformats.org/drawingml/2006/main">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xmlns:a="http://schemas.openxmlformats.org/drawingml/2006/main">
            <a:srgbClr val="3E6398"/>
          </a:solidFill>
        </p:spPr>
      </p:sp>
      <p:sp>
        <p:nvSpPr>
          <p:cNvPr id="10" name="TextBox 10">
            <a:extLst xmlns:a="http://schemas.openxmlformats.org/drawingml/2006/main">
              <a:ext uri="{FF2B5EF4-FFF2-40B4-BE49-F238E27FC236}">
                <a16:creationId xmlns:a16="http://schemas.microsoft.com/office/drawing/2014/main" id="{4870ED79-87DE-4A13-BF81-06A58EC68E0D}"/>
              </a:ext>
            </a:extLst>
          </p:cNvPr>
          <p:cNvSpPr>
            <a:spLocks xmlns:a="http://schemas.openxmlformats.org/drawingml/2006/main" noGrp="1"/>
          </p:cNvSpPr>
          <p:nvPr/>
        </p:nvSpPr>
        <p:spPr>
          <a:xfrm xmlns:a="http://schemas.openxmlformats.org/drawingml/2006/main" rot="0" flipH="0" flipV="0">
            <a:off x="9913103" y="4223593"/>
            <a:ext cx="6536552" cy="129896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2" name="Freeform 12">
            <a:extLst xmlns:a="http://schemas.openxmlformats.org/drawingml/2006/main">
              <a:ext uri="{FF2B5EF4-FFF2-40B4-BE49-F238E27FC236}">
                <a16:creationId xmlns:a16="http://schemas.microsoft.com/office/drawing/2014/main" id="{34425086-F74B-4B6D-9309-2FEE60A7FC71}"/>
              </a:ext>
            </a:extLst>
          </p:cNvPr>
          <p:cNvSpPr>
            <a:spLocks xmlns:a="http://schemas.openxmlformats.org/drawingml/2006/main" noGrp="1"/>
          </p:cNvSpPr>
          <p:nvPr/>
        </p:nvSpPr>
        <p:spPr>
          <a:xfrm xmlns:a="http://schemas.openxmlformats.org/drawingml/2006/main" rot="0" flipH="0" flipV="0">
            <a:off x="10145238" y="2503096"/>
            <a:ext cx="6072282" cy="1505402"/>
          </a:xfrm>
          <a:custGeom xmlns:a="http://schemas.openxmlformats.org/drawingml/2006/main">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xmlns:a="http://schemas.openxmlformats.org/drawingml/2006/main">
            <a:srgbClr val="FFFFFF"/>
          </a:solidFill>
        </p:spPr>
      </p:sp>
      <p:sp>
        <p:nvSpPr>
          <p:cNvPr id="13" name="TextBox 13">
            <a:extLst xmlns:a="http://schemas.openxmlformats.org/drawingml/2006/main">
              <a:ext uri="{FF2B5EF4-FFF2-40B4-BE49-F238E27FC236}">
                <a16:creationId xmlns:a16="http://schemas.microsoft.com/office/drawing/2014/main" id="{4988889E-4729-4174-9F2E-86C378C7DE54}"/>
              </a:ext>
            </a:extLst>
          </p:cNvPr>
          <p:cNvSpPr>
            <a:spLocks xmlns:a="http://schemas.openxmlformats.org/drawingml/2006/main" noGrp="1"/>
          </p:cNvSpPr>
          <p:nvPr/>
        </p:nvSpPr>
        <p:spPr>
          <a:xfrm xmlns:a="http://schemas.openxmlformats.org/drawingml/2006/main" rot="0" flipH="0" flipV="0">
            <a:off x="10145238" y="2358435"/>
            <a:ext cx="6072282" cy="16500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5" name="Freeform 15">
            <a:extLst xmlns:a="http://schemas.openxmlformats.org/drawingml/2006/main">
              <a:ext uri="{FF2B5EF4-FFF2-40B4-BE49-F238E27FC236}">
                <a16:creationId xmlns:a16="http://schemas.microsoft.com/office/drawing/2014/main" id="{52835B88-B39D-4703-9AC4-0E23515753AA}"/>
              </a:ext>
            </a:extLst>
          </p:cNvPr>
          <p:cNvSpPr>
            <a:spLocks xmlns:a="http://schemas.openxmlformats.org/drawingml/2006/main" noGrp="1"/>
          </p:cNvSpPr>
          <p:nvPr/>
        </p:nvSpPr>
        <p:spPr>
          <a:xfrm xmlns:a="http://schemas.openxmlformats.org/drawingml/2006/main" rot="0" flipH="0" flipV="0">
            <a:off x="10145238" y="4192705"/>
            <a:ext cx="6072282" cy="1505402"/>
          </a:xfrm>
          <a:custGeom xmlns:a="http://schemas.openxmlformats.org/drawingml/2006/main">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xmlns:a="http://schemas.openxmlformats.org/drawingml/2006/main">
            <a:srgbClr val="FFFFFF"/>
          </a:solidFill>
        </p:spPr>
      </p:sp>
      <p:sp>
        <p:nvSpPr>
          <p:cNvPr id="16" name="TextBox 16">
            <a:extLst xmlns:a="http://schemas.openxmlformats.org/drawingml/2006/main">
              <a:ext uri="{FF2B5EF4-FFF2-40B4-BE49-F238E27FC236}">
                <a16:creationId xmlns:a16="http://schemas.microsoft.com/office/drawing/2014/main" id="{D00BDD4F-E1EE-4F36-A685-A05485A66441}"/>
              </a:ext>
            </a:extLst>
          </p:cNvPr>
          <p:cNvSpPr>
            <a:spLocks xmlns:a="http://schemas.openxmlformats.org/drawingml/2006/main" noGrp="1"/>
          </p:cNvSpPr>
          <p:nvPr/>
        </p:nvSpPr>
        <p:spPr>
          <a:xfrm xmlns:a="http://schemas.openxmlformats.org/drawingml/2006/main" rot="0" flipH="0" flipV="0">
            <a:off x="10145238" y="4048044"/>
            <a:ext cx="6072282" cy="16500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7" name="Freeform 17">
            <a:extLst xmlns:a="http://schemas.openxmlformats.org/drawingml/2006/main">
              <a:ext uri="{FF2B5EF4-FFF2-40B4-BE49-F238E27FC236}">
                <a16:creationId xmlns:a16="http://schemas.microsoft.com/office/drawing/2014/main" id="{D9FE99DD-4F74-417B-8125-326B2FCC89F9}"/>
              </a:ext>
            </a:extLst>
          </p:cNvPr>
          <p:cNvSpPr>
            <a:spLocks xmlns:a="http://schemas.openxmlformats.org/drawingml/2006/main" noGrp="1"/>
          </p:cNvSpPr>
          <p:nvPr/>
        </p:nvSpPr>
        <p:spPr>
          <a:xfrm xmlns:a="http://schemas.openxmlformats.org/drawingml/2006/main" rot="0" flipH="0" flipV="0">
            <a:off x="10145238" y="6397534"/>
            <a:ext cx="6072282" cy="1203416"/>
          </a:xfrm>
          <a:custGeom xmlns:a="http://schemas.openxmlformats.org/drawingml/2006/main">
            <a:rect l="l" t="t" r="r" b="b"/>
            <a:pathLst>
              <a:path w="6072282" h="1203416">
                <a:moveTo>
                  <a:pt x="0" y="0"/>
                </a:moveTo>
                <a:lnTo>
                  <a:pt x="6072282" y="0"/>
                </a:lnTo>
                <a:lnTo>
                  <a:pt x="6072282" y="1203416"/>
                </a:lnTo>
                <a:lnTo>
                  <a:pt x="0" y="1203416"/>
                </a:lnTo>
                <a:lnTo>
                  <a:pt x="0" y="0"/>
                </a:lnTo>
                <a:close/>
              </a:path>
            </a:pathLst>
          </a:custGeom>
          <a:blipFill xmlns:a="http://schemas.openxmlformats.org/drawingml/2006/main">
            <a:blip xmlns:r="http://schemas.openxmlformats.org/officeDocument/2006/relationships" r:embed="R1cbd45071cac4b62"/>
            <a:stretch>
              <a:fillRect l="0" t="0" r="0" b="0"/>
            </a:stretch>
          </a:blipFill>
        </p:spPr>
      </p:sp>
      <p:sp>
        <p:nvSpPr>
          <p:cNvPr id="18" name="Freeform 18">
            <a:extLst xmlns:a="http://schemas.openxmlformats.org/drawingml/2006/main">
              <a:ext uri="{FF2B5EF4-FFF2-40B4-BE49-F238E27FC236}">
                <a16:creationId xmlns:a16="http://schemas.microsoft.com/office/drawing/2014/main" id="{B7B83EDC-BB9E-4D41-9CFE-6792D82C13BB}"/>
              </a:ext>
            </a:extLst>
          </p:cNvPr>
          <p:cNvSpPr>
            <a:spLocks xmlns:a="http://schemas.openxmlformats.org/drawingml/2006/main" noGrp="1"/>
          </p:cNvSpPr>
          <p:nvPr/>
        </p:nvSpPr>
        <p:spPr>
          <a:xfrm xmlns:a="http://schemas.openxmlformats.org/drawingml/2006/main" rot="0" flipH="0" flipV="0">
            <a:off x="10145238" y="8081591"/>
            <a:ext cx="6072282" cy="1203416"/>
          </a:xfrm>
          <a:custGeom xmlns:a="http://schemas.openxmlformats.org/drawingml/2006/main">
            <a:rect l="l" t="t" r="r" b="b"/>
            <a:pathLst>
              <a:path w="6072282" h="1203416">
                <a:moveTo>
                  <a:pt x="0" y="0"/>
                </a:moveTo>
                <a:lnTo>
                  <a:pt x="6072282" y="0"/>
                </a:lnTo>
                <a:lnTo>
                  <a:pt x="6072282" y="1203416"/>
                </a:lnTo>
                <a:lnTo>
                  <a:pt x="0" y="1203416"/>
                </a:lnTo>
                <a:lnTo>
                  <a:pt x="0" y="0"/>
                </a:lnTo>
                <a:close/>
              </a:path>
            </a:pathLst>
          </a:custGeom>
          <a:blipFill xmlns:a="http://schemas.openxmlformats.org/drawingml/2006/main">
            <a:blip xmlns:r="http://schemas.openxmlformats.org/officeDocument/2006/relationships" r:embed="R1cbd45071cac4b62"/>
            <a:stretch>
              <a:fillRect l="0" t="0" r="0" b="0"/>
            </a:stretch>
          </a:blipFill>
        </p:spPr>
      </p:sp>
      <p:sp>
        <p:nvSpPr>
          <p:cNvPr id="20" name="Freeform 20">
            <a:extLst xmlns:a="http://schemas.openxmlformats.org/drawingml/2006/main">
              <a:ext uri="{FF2B5EF4-FFF2-40B4-BE49-F238E27FC236}">
                <a16:creationId xmlns:a16="http://schemas.microsoft.com/office/drawing/2014/main" id="{2F26BEB2-C381-46BD-8E04-A47A9604FE0E}"/>
              </a:ext>
            </a:extLst>
          </p:cNvPr>
          <p:cNvSpPr>
            <a:spLocks xmlns:a="http://schemas.openxmlformats.org/drawingml/2006/main" noGrp="1"/>
          </p:cNvSpPr>
          <p:nvPr/>
        </p:nvSpPr>
        <p:spPr>
          <a:xfrm xmlns:a="http://schemas.openxmlformats.org/drawingml/2006/main" rot="0" flipH="0" flipV="0">
            <a:off x="9913103" y="6057863"/>
            <a:ext cx="6536552" cy="1154304"/>
          </a:xfrm>
          <a:custGeom xmlns:a="http://schemas.openxmlformats.org/drawingml/2006/main">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xmlns:a="http://schemas.openxmlformats.org/drawingml/2006/main">
            <a:srgbClr val="BEC8D9"/>
          </a:solidFill>
        </p:spPr>
      </p:sp>
      <p:sp>
        <p:nvSpPr>
          <p:cNvPr id="21" name="TextBox 21">
            <a:extLst xmlns:a="http://schemas.openxmlformats.org/drawingml/2006/main">
              <a:ext uri="{FF2B5EF4-FFF2-40B4-BE49-F238E27FC236}">
                <a16:creationId xmlns:a16="http://schemas.microsoft.com/office/drawing/2014/main" id="{3ED37392-CD81-4CF9-86D8-25D160E16389}"/>
              </a:ext>
            </a:extLst>
          </p:cNvPr>
          <p:cNvSpPr>
            <a:spLocks xmlns:a="http://schemas.openxmlformats.org/drawingml/2006/main" noGrp="1"/>
          </p:cNvSpPr>
          <p:nvPr/>
        </p:nvSpPr>
        <p:spPr>
          <a:xfrm xmlns:a="http://schemas.openxmlformats.org/drawingml/2006/main" rot="0" flipH="0" flipV="0">
            <a:off x="9913103" y="5913202"/>
            <a:ext cx="6536552" cy="129896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3" name="Freeform 23">
            <a:extLst xmlns:a="http://schemas.openxmlformats.org/drawingml/2006/main">
              <a:ext uri="{FF2B5EF4-FFF2-40B4-BE49-F238E27FC236}">
                <a16:creationId xmlns:a16="http://schemas.microsoft.com/office/drawing/2014/main" id="{09FFB774-8DCF-43FB-8941-683E25E717B1}"/>
              </a:ext>
            </a:extLst>
          </p:cNvPr>
          <p:cNvSpPr>
            <a:spLocks xmlns:a="http://schemas.openxmlformats.org/drawingml/2006/main" noGrp="1"/>
          </p:cNvSpPr>
          <p:nvPr/>
        </p:nvSpPr>
        <p:spPr>
          <a:xfrm xmlns:a="http://schemas.openxmlformats.org/drawingml/2006/main" rot="0" flipH="0" flipV="0">
            <a:off x="10145238" y="5882314"/>
            <a:ext cx="6072282" cy="1505402"/>
          </a:xfrm>
          <a:custGeom xmlns:a="http://schemas.openxmlformats.org/drawingml/2006/main">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xmlns:a="http://schemas.openxmlformats.org/drawingml/2006/main">
            <a:srgbClr val="FFFFFF"/>
          </a:solidFill>
        </p:spPr>
      </p:sp>
      <p:sp>
        <p:nvSpPr>
          <p:cNvPr id="24" name="TextBox 24">
            <a:extLst xmlns:a="http://schemas.openxmlformats.org/drawingml/2006/main">
              <a:ext uri="{FF2B5EF4-FFF2-40B4-BE49-F238E27FC236}">
                <a16:creationId xmlns:a16="http://schemas.microsoft.com/office/drawing/2014/main" id="{4EB1E14C-6E62-41EC-B165-FC4E12B08EFC}"/>
              </a:ext>
            </a:extLst>
          </p:cNvPr>
          <p:cNvSpPr>
            <a:spLocks xmlns:a="http://schemas.openxmlformats.org/drawingml/2006/main" noGrp="1"/>
          </p:cNvSpPr>
          <p:nvPr/>
        </p:nvSpPr>
        <p:spPr>
          <a:xfrm xmlns:a="http://schemas.openxmlformats.org/drawingml/2006/main" rot="0" flipH="0" flipV="0">
            <a:off x="10145238" y="5737653"/>
            <a:ext cx="6072282" cy="16500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6" name="Freeform 26">
            <a:extLst xmlns:a="http://schemas.openxmlformats.org/drawingml/2006/main">
              <a:ext uri="{FF2B5EF4-FFF2-40B4-BE49-F238E27FC236}">
                <a16:creationId xmlns:a16="http://schemas.microsoft.com/office/drawing/2014/main" id="{2C0F6F40-EC67-444D-8B86-620EC35BF7B4}"/>
              </a:ext>
            </a:extLst>
          </p:cNvPr>
          <p:cNvSpPr>
            <a:spLocks xmlns:a="http://schemas.openxmlformats.org/drawingml/2006/main" noGrp="1"/>
          </p:cNvSpPr>
          <p:nvPr/>
        </p:nvSpPr>
        <p:spPr>
          <a:xfrm xmlns:a="http://schemas.openxmlformats.org/drawingml/2006/main" rot="0" flipH="0" flipV="0">
            <a:off x="9913103" y="7747472"/>
            <a:ext cx="6536552" cy="1154304"/>
          </a:xfrm>
          <a:custGeom xmlns:a="http://schemas.openxmlformats.org/drawingml/2006/main">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xmlns:a="http://schemas.openxmlformats.org/drawingml/2006/main">
            <a:srgbClr val="F68D54"/>
          </a:solidFill>
        </p:spPr>
      </p:sp>
      <p:sp>
        <p:nvSpPr>
          <p:cNvPr id="27" name="TextBox 27">
            <a:extLst xmlns:a="http://schemas.openxmlformats.org/drawingml/2006/main">
              <a:ext uri="{FF2B5EF4-FFF2-40B4-BE49-F238E27FC236}">
                <a16:creationId xmlns:a16="http://schemas.microsoft.com/office/drawing/2014/main" id="{6B6BCDC3-47F7-4481-8CAA-25B3907A2292}"/>
              </a:ext>
            </a:extLst>
          </p:cNvPr>
          <p:cNvSpPr>
            <a:spLocks xmlns:a="http://schemas.openxmlformats.org/drawingml/2006/main" noGrp="1"/>
          </p:cNvSpPr>
          <p:nvPr/>
        </p:nvSpPr>
        <p:spPr>
          <a:xfrm xmlns:a="http://schemas.openxmlformats.org/drawingml/2006/main" rot="0" flipH="0" flipV="0">
            <a:off x="9913103" y="7602811"/>
            <a:ext cx="6536552" cy="129896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9" name="Freeform 29">
            <a:extLst xmlns:a="http://schemas.openxmlformats.org/drawingml/2006/main">
              <a:ext uri="{FF2B5EF4-FFF2-40B4-BE49-F238E27FC236}">
                <a16:creationId xmlns:a16="http://schemas.microsoft.com/office/drawing/2014/main" id="{C1B7C5F0-461C-468A-B109-3B694DD7F984}"/>
              </a:ext>
            </a:extLst>
          </p:cNvPr>
          <p:cNvSpPr>
            <a:spLocks xmlns:a="http://schemas.openxmlformats.org/drawingml/2006/main" noGrp="1"/>
          </p:cNvSpPr>
          <p:nvPr/>
        </p:nvSpPr>
        <p:spPr>
          <a:xfrm xmlns:a="http://schemas.openxmlformats.org/drawingml/2006/main" rot="0" flipH="0" flipV="0">
            <a:off x="10145238" y="7571923"/>
            <a:ext cx="6072282" cy="1505402"/>
          </a:xfrm>
          <a:custGeom xmlns:a="http://schemas.openxmlformats.org/drawingml/2006/main">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xmlns:a="http://schemas.openxmlformats.org/drawingml/2006/main">
            <a:srgbClr val="FFFFFF"/>
          </a:solidFill>
        </p:spPr>
      </p:sp>
      <p:sp>
        <p:nvSpPr>
          <p:cNvPr id="30" name="TextBox 30">
            <a:extLst xmlns:a="http://schemas.openxmlformats.org/drawingml/2006/main">
              <a:ext uri="{FF2B5EF4-FFF2-40B4-BE49-F238E27FC236}">
                <a16:creationId xmlns:a16="http://schemas.microsoft.com/office/drawing/2014/main" id="{E208EBDA-B9E9-44BB-AB2D-ACE9DF6906CB}"/>
              </a:ext>
            </a:extLst>
          </p:cNvPr>
          <p:cNvSpPr>
            <a:spLocks xmlns:a="http://schemas.openxmlformats.org/drawingml/2006/main" noGrp="1"/>
          </p:cNvSpPr>
          <p:nvPr/>
        </p:nvSpPr>
        <p:spPr>
          <a:xfrm xmlns:a="http://schemas.openxmlformats.org/drawingml/2006/main" rot="0" flipH="0" flipV="0">
            <a:off x="10145238" y="7427262"/>
            <a:ext cx="6072282" cy="16500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1" name="Freeform 31">
            <a:extLst xmlns:a="http://schemas.openxmlformats.org/drawingml/2006/main">
              <a:ext uri="{FF2B5EF4-FFF2-40B4-BE49-F238E27FC236}">
                <a16:creationId xmlns:a16="http://schemas.microsoft.com/office/drawing/2014/main" id="{26003339-28B6-4061-B957-5271DEED005F}"/>
              </a:ext>
            </a:extLst>
          </p:cNvPr>
          <p:cNvSpPr>
            <a:spLocks xmlns:a="http://schemas.openxmlformats.org/drawingml/2006/main" noGrp="1"/>
          </p:cNvSpPr>
          <p:nvPr/>
        </p:nvSpPr>
        <p:spPr>
          <a:xfrm xmlns:a="http://schemas.openxmlformats.org/drawingml/2006/main" rot="0" flipH="0" flipV="0">
            <a:off x="5490787" y="1830982"/>
            <a:ext cx="874675" cy="874675"/>
          </a:xfrm>
          <a:custGeom xmlns:a="http://schemas.openxmlformats.org/drawingml/2006/main">
            <a:rect l="l" t="t" r="r" b="b"/>
            <a:pathLst>
              <a:path w="874675" h="874675">
                <a:moveTo>
                  <a:pt x="0" y="0"/>
                </a:moveTo>
                <a:lnTo>
                  <a:pt x="874675" y="0"/>
                </a:lnTo>
                <a:lnTo>
                  <a:pt x="874675" y="874675"/>
                </a:lnTo>
                <a:lnTo>
                  <a:pt x="0" y="874675"/>
                </a:lnTo>
                <a:lnTo>
                  <a:pt x="0" y="0"/>
                </a:lnTo>
                <a:close/>
              </a:path>
            </a:pathLst>
          </a:custGeom>
          <a:blipFill xmlns:a="http://schemas.openxmlformats.org/drawingml/2006/main">
            <a:blip xmlns:r="http://schemas.openxmlformats.org/officeDocument/2006/relationships" r:embed="R1b02f93c5f724bda">
              <a:extLst>
                <a:ext uri="{96DAC541-7B7A-43D3-8B79-37D633B846F1}">
                  <asvg:svgBlip xmlns:asvg="http://schemas.microsoft.com/office/drawing/2016/SVG/main" r:embed="R23222bf22d6d4290"/>
                </a:ext>
              </a:extLst>
            </a:blip>
            <a:stretch>
              <a:fillRect l="0" t="0" r="0" b="0"/>
            </a:stretch>
          </a:blipFill>
        </p:spPr>
      </p:sp>
      <p:sp>
        <p:nvSpPr>
          <p:cNvPr id="32" name="Freeform 32">
            <a:extLst xmlns:a="http://schemas.openxmlformats.org/drawingml/2006/main">
              <a:ext uri="{FF2B5EF4-FFF2-40B4-BE49-F238E27FC236}">
                <a16:creationId xmlns:a16="http://schemas.microsoft.com/office/drawing/2014/main" id="{2F4C82C2-963D-4EFD-B9B8-E44EC4DF4F4A}"/>
              </a:ext>
            </a:extLst>
          </p:cNvPr>
          <p:cNvSpPr>
            <a:spLocks xmlns:a="http://schemas.openxmlformats.org/drawingml/2006/main" noGrp="1"/>
          </p:cNvSpPr>
          <p:nvPr/>
        </p:nvSpPr>
        <p:spPr>
          <a:xfrm xmlns:a="http://schemas.openxmlformats.org/drawingml/2006/main" rot="0" flipH="0" flipV="0">
            <a:off x="5365777" y="3670626"/>
            <a:ext cx="1124695" cy="913815"/>
          </a:xfrm>
          <a:custGeom xmlns:a="http://schemas.openxmlformats.org/drawingml/2006/main">
            <a:rect l="l" t="t" r="r" b="b"/>
            <a:pathLst>
              <a:path w="1124695" h="913815">
                <a:moveTo>
                  <a:pt x="0" y="0"/>
                </a:moveTo>
                <a:lnTo>
                  <a:pt x="1124695" y="0"/>
                </a:lnTo>
                <a:lnTo>
                  <a:pt x="1124695" y="913815"/>
                </a:lnTo>
                <a:lnTo>
                  <a:pt x="0" y="913815"/>
                </a:lnTo>
                <a:lnTo>
                  <a:pt x="0" y="0"/>
                </a:lnTo>
                <a:close/>
              </a:path>
            </a:pathLst>
          </a:custGeom>
          <a:blipFill xmlns:a="http://schemas.openxmlformats.org/drawingml/2006/main">
            <a:blip xmlns:r="http://schemas.openxmlformats.org/officeDocument/2006/relationships" r:embed="R2dfdc5ec5e654b58">
              <a:extLst>
                <a:ext uri="{96DAC541-7B7A-43D3-8B79-37D633B846F1}">
                  <asvg:svgBlip xmlns:asvg="http://schemas.microsoft.com/office/drawing/2016/SVG/main" r:embed="R56784727aee041dd"/>
                </a:ext>
              </a:extLst>
            </a:blip>
            <a:stretch>
              <a:fillRect l="0" t="0" r="0" b="0"/>
            </a:stretch>
          </a:blipFill>
        </p:spPr>
      </p:sp>
      <p:sp>
        <p:nvSpPr>
          <p:cNvPr id="33" name="Freeform 33">
            <a:extLst xmlns:a="http://schemas.openxmlformats.org/drawingml/2006/main">
              <a:ext uri="{FF2B5EF4-FFF2-40B4-BE49-F238E27FC236}">
                <a16:creationId xmlns:a16="http://schemas.microsoft.com/office/drawing/2014/main" id="{B32A7E2D-CB28-4F9E-8DC9-4F08B8650D46}"/>
              </a:ext>
            </a:extLst>
          </p:cNvPr>
          <p:cNvSpPr>
            <a:spLocks xmlns:a="http://schemas.openxmlformats.org/drawingml/2006/main" noGrp="1"/>
          </p:cNvSpPr>
          <p:nvPr/>
        </p:nvSpPr>
        <p:spPr>
          <a:xfrm xmlns:a="http://schemas.openxmlformats.org/drawingml/2006/main" rot="0" flipH="0" flipV="0">
            <a:off x="5438041" y="5624966"/>
            <a:ext cx="980168" cy="980168"/>
          </a:xfrm>
          <a:custGeom xmlns:a="http://schemas.openxmlformats.org/drawingml/2006/main">
            <a:rect l="l" t="t" r="r" b="b"/>
            <a:pathLst>
              <a:path w="980168" h="980168">
                <a:moveTo>
                  <a:pt x="0" y="0"/>
                </a:moveTo>
                <a:lnTo>
                  <a:pt x="980168" y="0"/>
                </a:lnTo>
                <a:lnTo>
                  <a:pt x="980168" y="980168"/>
                </a:lnTo>
                <a:lnTo>
                  <a:pt x="0" y="980168"/>
                </a:lnTo>
                <a:lnTo>
                  <a:pt x="0" y="0"/>
                </a:lnTo>
                <a:close/>
              </a:path>
            </a:pathLst>
          </a:custGeom>
          <a:blipFill xmlns:a="http://schemas.openxmlformats.org/drawingml/2006/main">
            <a:blip xmlns:r="http://schemas.openxmlformats.org/officeDocument/2006/relationships" r:embed="R2772664a184349f9">
              <a:extLst>
                <a:ext uri="{96DAC541-7B7A-43D3-8B79-37D633B846F1}">
                  <asvg:svgBlip xmlns:asvg="http://schemas.microsoft.com/office/drawing/2016/SVG/main" r:embed="Rb8ed13c5b02a451b"/>
                </a:ext>
              </a:extLst>
            </a:blip>
            <a:stretch>
              <a:fillRect l="0" t="0" r="0" b="0"/>
            </a:stretch>
          </a:blipFill>
        </p:spPr>
      </p:sp>
      <p:sp>
        <p:nvSpPr>
          <p:cNvPr id="34" name="Freeform 34">
            <a:extLst xmlns:a="http://schemas.openxmlformats.org/drawingml/2006/main">
              <a:ext uri="{FF2B5EF4-FFF2-40B4-BE49-F238E27FC236}">
                <a16:creationId xmlns:a16="http://schemas.microsoft.com/office/drawing/2014/main" id="{055C7861-61CD-48CE-B87D-590F2264B073}"/>
              </a:ext>
            </a:extLst>
          </p:cNvPr>
          <p:cNvSpPr>
            <a:spLocks xmlns:a="http://schemas.openxmlformats.org/drawingml/2006/main" noGrp="1"/>
          </p:cNvSpPr>
          <p:nvPr/>
        </p:nvSpPr>
        <p:spPr>
          <a:xfrm xmlns:a="http://schemas.openxmlformats.org/drawingml/2006/main" rot="0" flipH="0" flipV="0">
            <a:off x="5567025" y="7567159"/>
            <a:ext cx="722199" cy="962932"/>
          </a:xfrm>
          <a:custGeom xmlns:a="http://schemas.openxmlformats.org/drawingml/2006/main">
            <a:rect l="l" t="t" r="r" b="b"/>
            <a:pathLst>
              <a:path w="722199" h="962932">
                <a:moveTo>
                  <a:pt x="0" y="0"/>
                </a:moveTo>
                <a:lnTo>
                  <a:pt x="722199" y="0"/>
                </a:lnTo>
                <a:lnTo>
                  <a:pt x="722199" y="962932"/>
                </a:lnTo>
                <a:lnTo>
                  <a:pt x="0" y="962932"/>
                </a:lnTo>
                <a:lnTo>
                  <a:pt x="0" y="0"/>
                </a:lnTo>
                <a:close/>
              </a:path>
            </a:pathLst>
          </a:custGeom>
          <a:blipFill xmlns:a="http://schemas.openxmlformats.org/drawingml/2006/main">
            <a:blip xmlns:r="http://schemas.openxmlformats.org/officeDocument/2006/relationships" r:embed="R382068a2f07747f2">
              <a:extLst>
                <a:ext uri="{96DAC541-7B7A-43D3-8B79-37D633B846F1}">
                  <asvg:svgBlip xmlns:asvg="http://schemas.microsoft.com/office/drawing/2016/SVG/main" r:embed="Rf52cdb9ef6124804"/>
                </a:ext>
              </a:extLst>
            </a:blip>
            <a:stretch>
              <a:fillRect l="0" t="0" r="0" b="0"/>
            </a:stretch>
          </a:blipFill>
        </p:spPr>
      </p:sp>
      <p:sp>
        <p:nvSpPr>
          <p:cNvPr id="35" name="TextBox 35">
            <a:extLst xmlns:a="http://schemas.openxmlformats.org/drawingml/2006/main">
              <a:ext uri="{FF2B5EF4-FFF2-40B4-BE49-F238E27FC236}">
                <a16:creationId xmlns:a16="http://schemas.microsoft.com/office/drawing/2014/main" id="{9808876D-21DB-459C-B4DE-90DFC5F9C646}"/>
              </a:ext>
            </a:extLst>
          </p:cNvPr>
          <p:cNvSpPr>
            <a:spLocks xmlns:a="http://schemas.openxmlformats.org/drawingml/2006/main" noGrp="1"/>
          </p:cNvSpPr>
          <p:nvPr/>
        </p:nvSpPr>
        <p:spPr>
          <a:xfrm xmlns:a="http://schemas.openxmlformats.org/drawingml/2006/main" rot="0">
            <a:off x="9976541" y="962025"/>
            <a:ext cx="7591456"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375"/>
            </a:defPPr>
            <a:lvl1pPr>
              <a:defRPr sz="3375"/>
            </a:lvl1pPr>
            <a:lvl2pPr>
              <a:defRPr sz="3375"/>
            </a:lvl2pPr>
            <a:lvl3pPr>
              <a:defRPr sz="3375"/>
            </a:lvl3pPr>
            <a:lvl4pPr>
              <a:defRPr sz="3375"/>
            </a:lvl4pPr>
            <a:lvl5pPr>
              <a:defRPr sz="3375"/>
            </a:lvl5pPr>
            <a:lvl6pPr>
              <a:defRPr sz="3375"/>
            </a:lvl6pPr>
            <a:lvl7pPr>
              <a:defRPr sz="3375"/>
            </a:lvl7pPr>
            <a:lvl8pPr>
              <a:defRPr sz="3375"/>
            </a:lvl8pPr>
            <a:lvl9pPr>
              <a:defRPr sz="3375"/>
            </a:lvl9pPr>
          </a:lstStyle>
          <a:p xmlns:a="http://schemas.openxmlformats.org/drawingml/2006/main">
            <a:pPr algn="l">
              <a:lnSpc>
                <a:spcPts val="5040"/>
              </a:lnSpc>
              <a:spcBef>
                <a:spcPct val="0"/>
              </a:spcBef>
              <a:buNone/>
            </a:pPr>
            <a:r>
              <a:rPr sz="3375" b="1">
                <a:solidFill>
                  <a:srgbClr val="112F8D"/>
                </a:solidFill>
                <a:latin typeface="TT Fors Bold"/>
                <a:ea typeface="TT Fors Bold"/>
                <a:cs typeface="TT Fors Bold"/>
              </a:rPr>
              <a:t>Alur Eksperimen dan Audit</a:t>
            </a:r>
          </a:p>
        </p:txBody>
      </p:sp>
      <p:sp>
        <p:nvSpPr>
          <p:cNvPr id="36" name="TextBox 36">
            <a:extLst xmlns:a="http://schemas.openxmlformats.org/drawingml/2006/main">
              <a:ext uri="{FF2B5EF4-FFF2-40B4-BE49-F238E27FC236}">
                <a16:creationId xmlns:a16="http://schemas.microsoft.com/office/drawing/2014/main" id="{1EDA99A7-3D4D-460D-90AA-E2183E42A5A8}"/>
              </a:ext>
            </a:extLst>
          </p:cNvPr>
          <p:cNvSpPr>
            <a:spLocks xmlns:a="http://schemas.openxmlformats.org/drawingml/2006/main" noGrp="1"/>
          </p:cNvSpPr>
          <p:nvPr/>
        </p:nvSpPr>
        <p:spPr>
          <a:xfrm xmlns:a="http://schemas.openxmlformats.org/drawingml/2006/main" rot="0">
            <a:off x="9976541" y="1624290"/>
            <a:ext cx="7591456"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800"/>
            </a:defPPr>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algn="l">
              <a:lnSpc>
                <a:spcPts val="2940"/>
              </a:lnSpc>
              <a:spcBef>
                <a:spcPct val="0"/>
              </a:spcBef>
              <a:buNone/>
            </a:pPr>
            <a:r>
              <a:rPr sz="1800">
                <a:solidFill>
                  <a:srgbClr val="000000"/>
                </a:solidFill>
                <a:latin typeface="TT Fors"/>
                <a:ea typeface="TT Fors"/>
                <a:cs typeface="TT Fors"/>
              </a:rPr>
              <a:t>Data → sequence → training → evaluasi dan pemeriksaan bukti</a:t>
            </a:r>
          </a:p>
        </p:txBody>
      </p:sp>
      <p:sp>
        <p:nvSpPr>
          <p:cNvPr id="37" name="TextBox 37">
            <a:extLst xmlns:a="http://schemas.openxmlformats.org/drawingml/2006/main">
              <a:ext uri="{FF2B5EF4-FFF2-40B4-BE49-F238E27FC236}">
                <a16:creationId xmlns:a16="http://schemas.microsoft.com/office/drawing/2014/main" id="{8AE742CE-898D-4588-A7EF-E48D79F4B673}"/>
              </a:ext>
            </a:extLst>
          </p:cNvPr>
          <p:cNvSpPr>
            <a:spLocks xmlns:a="http://schemas.openxmlformats.org/drawingml/2006/main" noGrp="1"/>
          </p:cNvSpPr>
          <p:nvPr/>
        </p:nvSpPr>
        <p:spPr>
          <a:xfrm xmlns:a="http://schemas.openxmlformats.org/drawingml/2006/main" rot="0">
            <a:off x="1227884" y="3112896"/>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360"/>
              </a:lnSpc>
              <a:buNone/>
            </a:pPr>
            <a:r>
              <a:rPr sz="3000" b="1">
                <a:solidFill>
                  <a:srgbClr val="FFFFFF"/>
                </a:solidFill>
                <a:latin typeface="TT Fors Bold"/>
                <a:ea typeface="TT Fors Bold"/>
                <a:cs typeface="TT Fors Bold"/>
              </a:rPr>
              <a:t>01</a:t>
            </a:r>
          </a:p>
        </p:txBody>
      </p:sp>
      <p:sp>
        <p:nvSpPr>
          <p:cNvPr id="38" name="TextBox 38">
            <a:extLst xmlns:a="http://schemas.openxmlformats.org/drawingml/2006/main">
              <a:ext uri="{FF2B5EF4-FFF2-40B4-BE49-F238E27FC236}">
                <a16:creationId xmlns:a16="http://schemas.microsoft.com/office/drawing/2014/main" id="{FF57DB13-ABEC-41B1-B2A4-5AD0475ED01F}"/>
              </a:ext>
            </a:extLst>
          </p:cNvPr>
          <p:cNvSpPr>
            <a:spLocks xmlns:a="http://schemas.openxmlformats.org/drawingml/2006/main" noGrp="1"/>
          </p:cNvSpPr>
          <p:nvPr/>
        </p:nvSpPr>
        <p:spPr>
          <a:xfrm xmlns:a="http://schemas.openxmlformats.org/drawingml/2006/main" rot="0">
            <a:off x="1227884" y="4267200"/>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360"/>
              </a:lnSpc>
              <a:buNone/>
            </a:pPr>
            <a:r>
              <a:rPr sz="3000" b="1">
                <a:solidFill>
                  <a:srgbClr val="FFFFFF"/>
                </a:solidFill>
                <a:latin typeface="TT Fors Bold"/>
                <a:ea typeface="TT Fors Bold"/>
                <a:cs typeface="TT Fors Bold"/>
              </a:rPr>
              <a:t>02</a:t>
            </a:r>
          </a:p>
        </p:txBody>
      </p:sp>
      <p:sp>
        <p:nvSpPr>
          <p:cNvPr id="39" name="TextBox 39">
            <a:extLst xmlns:a="http://schemas.openxmlformats.org/drawingml/2006/main">
              <a:ext uri="{FF2B5EF4-FFF2-40B4-BE49-F238E27FC236}">
                <a16:creationId xmlns:a16="http://schemas.microsoft.com/office/drawing/2014/main" id="{81C73011-034A-46F6-83F1-F0BA701484F0}"/>
              </a:ext>
            </a:extLst>
          </p:cNvPr>
          <p:cNvSpPr>
            <a:spLocks xmlns:a="http://schemas.openxmlformats.org/drawingml/2006/main" noGrp="1"/>
          </p:cNvSpPr>
          <p:nvPr/>
        </p:nvSpPr>
        <p:spPr>
          <a:xfrm xmlns:a="http://schemas.openxmlformats.org/drawingml/2006/main" rot="0">
            <a:off x="1227884" y="5659629"/>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360"/>
              </a:lnSpc>
              <a:buNone/>
            </a:pPr>
            <a:r>
              <a:rPr sz="3000" b="1">
                <a:solidFill>
                  <a:srgbClr val="000000"/>
                </a:solidFill>
                <a:latin typeface="TT Fors Bold"/>
                <a:ea typeface="TT Fors Bold"/>
                <a:cs typeface="TT Fors Bold"/>
              </a:rPr>
              <a:t>03</a:t>
            </a:r>
          </a:p>
        </p:txBody>
      </p:sp>
      <p:sp>
        <p:nvSpPr>
          <p:cNvPr id="40" name="TextBox 40">
            <a:extLst xmlns:a="http://schemas.openxmlformats.org/drawingml/2006/main">
              <a:ext uri="{FF2B5EF4-FFF2-40B4-BE49-F238E27FC236}">
                <a16:creationId xmlns:a16="http://schemas.microsoft.com/office/drawing/2014/main" id="{CF00FF89-D86E-436A-9918-12DA67D28CCF}"/>
              </a:ext>
            </a:extLst>
          </p:cNvPr>
          <p:cNvSpPr>
            <a:spLocks xmlns:a="http://schemas.openxmlformats.org/drawingml/2006/main" noGrp="1"/>
          </p:cNvSpPr>
          <p:nvPr/>
        </p:nvSpPr>
        <p:spPr>
          <a:xfrm xmlns:a="http://schemas.openxmlformats.org/drawingml/2006/main" rot="0">
            <a:off x="1227884" y="6764036"/>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360"/>
              </a:lnSpc>
              <a:buNone/>
            </a:pPr>
            <a:r>
              <a:rPr sz="3000" b="1">
                <a:solidFill>
                  <a:srgbClr val="000000"/>
                </a:solidFill>
                <a:latin typeface="TT Fors Bold"/>
                <a:ea typeface="TT Fors Bold"/>
                <a:cs typeface="TT Fors Bold"/>
              </a:rPr>
              <a:t>04</a:t>
            </a:r>
          </a:p>
        </p:txBody>
      </p:sp>
      <p:sp>
        <p:nvSpPr>
          <p:cNvPr id="41" name="TextBox 41">
            <a:extLst xmlns:a="http://schemas.openxmlformats.org/drawingml/2006/main">
              <a:ext uri="{FF2B5EF4-FFF2-40B4-BE49-F238E27FC236}">
                <a16:creationId xmlns:a16="http://schemas.microsoft.com/office/drawing/2014/main" id="{89548DEE-A0CA-4E79-8AE9-361A1C60431D}"/>
              </a:ext>
            </a:extLst>
          </p:cNvPr>
          <p:cNvSpPr>
            <a:spLocks xmlns:a="http://schemas.openxmlformats.org/drawingml/2006/main" noGrp="1"/>
          </p:cNvSpPr>
          <p:nvPr/>
        </p:nvSpPr>
        <p:spPr>
          <a:xfrm xmlns:a="http://schemas.openxmlformats.org/drawingml/2006/main" rot="0">
            <a:off x="10634704" y="3099737"/>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Cocokkan statistik data dan pemetaan user/item dengan sumber yang dipakai.</a:t>
            </a:r>
          </a:p>
        </p:txBody>
      </p:sp>
      <p:sp>
        <p:nvSpPr>
          <p:cNvPr id="42" name="TextBox 42">
            <a:extLst xmlns:a="http://schemas.openxmlformats.org/drawingml/2006/main">
              <a:ext uri="{FF2B5EF4-FFF2-40B4-BE49-F238E27FC236}">
                <a16:creationId xmlns:a16="http://schemas.microsoft.com/office/drawing/2014/main" id="{420DFE00-A6EE-40A0-9BAA-D511F8304969}"/>
              </a:ext>
            </a:extLst>
          </p:cNvPr>
          <p:cNvSpPr>
            <a:spLocks xmlns:a="http://schemas.openxmlformats.org/drawingml/2006/main" noGrp="1"/>
          </p:cNvSpPr>
          <p:nvPr/>
        </p:nvSpPr>
        <p:spPr>
          <a:xfrm xmlns:a="http://schemas.openxmlformats.org/drawingml/2006/main" rot="0">
            <a:off x="10634704" y="4789346"/>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Urutkan interaksi per user; train memakai prefix, validasi item kedua-terakhir, test item terakhir.</a:t>
            </a:r>
          </a:p>
        </p:txBody>
      </p:sp>
      <p:sp>
        <p:nvSpPr>
          <p:cNvPr id="43" name="TextBox 43">
            <a:extLst xmlns:a="http://schemas.openxmlformats.org/drawingml/2006/main">
              <a:ext uri="{FF2B5EF4-FFF2-40B4-BE49-F238E27FC236}">
                <a16:creationId xmlns:a16="http://schemas.microsoft.com/office/drawing/2014/main" id="{2D5F7BAA-B478-4890-99B5-770816C358BE}"/>
              </a:ext>
            </a:extLst>
          </p:cNvPr>
          <p:cNvSpPr>
            <a:spLocks xmlns:a="http://schemas.openxmlformats.org/drawingml/2006/main" noGrp="1"/>
          </p:cNvSpPr>
          <p:nvPr/>
        </p:nvSpPr>
        <p:spPr>
          <a:xfrm xmlns:a="http://schemas.openxmlformats.org/drawingml/2006/main" rot="0">
            <a:off x="10634704" y="2728922"/>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Audit Dataset</a:t>
            </a:r>
          </a:p>
        </p:txBody>
      </p:sp>
      <p:sp>
        <p:nvSpPr>
          <p:cNvPr id="44" name="TextBox 44">
            <a:extLst xmlns:a="http://schemas.openxmlformats.org/drawingml/2006/main">
              <a:ext uri="{FF2B5EF4-FFF2-40B4-BE49-F238E27FC236}">
                <a16:creationId xmlns:a16="http://schemas.microsoft.com/office/drawing/2014/main" id="{795033CD-D95C-4780-A253-E58FDDA936E1}"/>
              </a:ext>
            </a:extLst>
          </p:cNvPr>
          <p:cNvSpPr>
            <a:spLocks xmlns:a="http://schemas.openxmlformats.org/drawingml/2006/main" noGrp="1"/>
          </p:cNvSpPr>
          <p:nvPr/>
        </p:nvSpPr>
        <p:spPr>
          <a:xfrm xmlns:a="http://schemas.openxmlformats.org/drawingml/2006/main" rot="0">
            <a:off x="10634704" y="4418531"/>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Susun Sequence</a:t>
            </a:r>
          </a:p>
        </p:txBody>
      </p:sp>
      <p:sp>
        <p:nvSpPr>
          <p:cNvPr id="45" name="TextBox 45">
            <a:extLst xmlns:a="http://schemas.openxmlformats.org/drawingml/2006/main">
              <a:ext uri="{FF2B5EF4-FFF2-40B4-BE49-F238E27FC236}">
                <a16:creationId xmlns:a16="http://schemas.microsoft.com/office/drawing/2014/main" id="{936E90BC-7F6E-4BB9-920D-35FDAE59E769}"/>
              </a:ext>
            </a:extLst>
          </p:cNvPr>
          <p:cNvSpPr>
            <a:spLocks xmlns:a="http://schemas.openxmlformats.org/drawingml/2006/main" noGrp="1"/>
          </p:cNvSpPr>
          <p:nvPr/>
        </p:nvSpPr>
        <p:spPr>
          <a:xfrm xmlns:a="http://schemas.openxmlformats.org/drawingml/2006/main" rot="0">
            <a:off x="10634704" y="6478955"/>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Latih BSARec dan SASRec dengan seed yang dicatat; pilih checkpoint dari validasi.</a:t>
            </a:r>
          </a:p>
        </p:txBody>
      </p:sp>
      <p:sp>
        <p:nvSpPr>
          <p:cNvPr id="46" name="TextBox 46">
            <a:extLst xmlns:a="http://schemas.openxmlformats.org/drawingml/2006/main">
              <a:ext uri="{FF2B5EF4-FFF2-40B4-BE49-F238E27FC236}">
                <a16:creationId xmlns:a16="http://schemas.microsoft.com/office/drawing/2014/main" id="{A6E8FE70-37E3-47C2-9696-B2D8EDE1C04E}"/>
              </a:ext>
            </a:extLst>
          </p:cNvPr>
          <p:cNvSpPr>
            <a:spLocks xmlns:a="http://schemas.openxmlformats.org/drawingml/2006/main" noGrp="1"/>
          </p:cNvSpPr>
          <p:nvPr/>
        </p:nvSpPr>
        <p:spPr>
          <a:xfrm xmlns:a="http://schemas.openxmlformats.org/drawingml/2006/main" rot="0">
            <a:off x="10634704" y="6108140"/>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Latih Model</a:t>
            </a:r>
          </a:p>
        </p:txBody>
      </p:sp>
      <p:sp>
        <p:nvSpPr>
          <p:cNvPr id="47" name="TextBox 47">
            <a:extLst xmlns:a="http://schemas.openxmlformats.org/drawingml/2006/main">
              <a:ext uri="{FF2B5EF4-FFF2-40B4-BE49-F238E27FC236}">
                <a16:creationId xmlns:a16="http://schemas.microsoft.com/office/drawing/2014/main" id="{49A7111E-A0F5-409D-9B77-CCAF04D95B1E}"/>
              </a:ext>
            </a:extLst>
          </p:cNvPr>
          <p:cNvSpPr>
            <a:spLocks xmlns:a="http://schemas.openxmlformats.org/drawingml/2006/main" noGrp="1"/>
          </p:cNvSpPr>
          <p:nvPr/>
        </p:nvSpPr>
        <p:spPr>
          <a:xfrm xmlns:a="http://schemas.openxmlformats.org/drawingml/2006/main" rot="0">
            <a:off x="10634704" y="8168565"/>
            <a:ext cx="524888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Skor seluruh katalog, mask item historis, hitung HR/NDCG, lalu cocokkan log dan checkpoint.</a:t>
            </a:r>
          </a:p>
        </p:txBody>
      </p:sp>
      <p:sp>
        <p:nvSpPr>
          <p:cNvPr id="48" name="TextBox 48">
            <a:extLst xmlns:a="http://schemas.openxmlformats.org/drawingml/2006/main">
              <a:ext uri="{FF2B5EF4-FFF2-40B4-BE49-F238E27FC236}">
                <a16:creationId xmlns:a16="http://schemas.microsoft.com/office/drawing/2014/main" id="{BDADFFC3-D163-4BD8-8AFF-71D6374E3E6B}"/>
              </a:ext>
            </a:extLst>
          </p:cNvPr>
          <p:cNvSpPr>
            <a:spLocks xmlns:a="http://schemas.openxmlformats.org/drawingml/2006/main" noGrp="1"/>
          </p:cNvSpPr>
          <p:nvPr/>
        </p:nvSpPr>
        <p:spPr>
          <a:xfrm xmlns:a="http://schemas.openxmlformats.org/drawingml/2006/main" rot="0">
            <a:off x="10634704" y="7797749"/>
            <a:ext cx="524888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Evaluasi Hasil</a:t>
            </a:r>
          </a:p>
        </p:txBody>
      </p:sp>
    </p:spTree>
    <p:extLst>
      <p:ext uri="{BB962C8B-B14F-4D97-AF65-F5344CB8AC3E}">
        <p14:creationId xmlns:p14="http://schemas.microsoft.com/office/powerpoint/2010/main" val="1282131977"/>
      </p:ext>
    </p:extLst>
  </p:cSld>
</p:sld>
</file>

<file path=ppt/slides/slide3.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6EC8E20-2DD1-4D9E-B680-E5E80DA736E2}"/>
              </a:ext>
            </a:extLst>
          </p:cNvPr>
          <p:cNvSpPr>
            <a:spLocks xmlns:a="http://schemas.openxmlformats.org/drawingml/2006/main" noGrp="1"/>
          </p:cNvSpPr>
          <p:nvPr/>
        </p:nvSpPr>
        <p:spPr>
          <a:xfrm xmlns:a="http://schemas.openxmlformats.org/drawingml/2006/main" rot="0" flipH="0" flipV="0">
            <a:off x="1439608" y="6640522"/>
            <a:ext cx="15408784" cy="3053741"/>
          </a:xfrm>
          <a:custGeom xmlns:a="http://schemas.openxmlformats.org/drawingml/2006/main">
            <a:rect l="l" t="t" r="r" b="b"/>
            <a:pathLst>
              <a:path w="15408784" h="3053741">
                <a:moveTo>
                  <a:pt x="0" y="0"/>
                </a:moveTo>
                <a:lnTo>
                  <a:pt x="15408784" y="0"/>
                </a:lnTo>
                <a:lnTo>
                  <a:pt x="15408784" y="3053741"/>
                </a:lnTo>
                <a:lnTo>
                  <a:pt x="0" y="3053741"/>
                </a:lnTo>
                <a:lnTo>
                  <a:pt x="0" y="0"/>
                </a:lnTo>
                <a:close/>
              </a:path>
            </a:pathLst>
          </a:custGeom>
          <a:blipFill xmlns:a="http://schemas.openxmlformats.org/drawingml/2006/main">
            <a:blip xmlns:r="http://schemas.openxmlformats.org/officeDocument/2006/relationships" r:embed="Rcc0850bcde1240cb"/>
            <a:stretch>
              <a:fillRect l="0" t="0" r="0" b="0"/>
            </a:stretch>
          </a:blipFill>
        </p:spPr>
      </p:sp>
      <p:sp>
        <p:nvSpPr>
          <p:cNvPr id="4" name="Freeform 4">
            <a:extLst xmlns:a="http://schemas.openxmlformats.org/drawingml/2006/main">
              <a:ext uri="{FF2B5EF4-FFF2-40B4-BE49-F238E27FC236}">
                <a16:creationId xmlns:a16="http://schemas.microsoft.com/office/drawing/2014/main" id="{0A61A9EF-9F0B-45E0-9B4E-92FF3D908583}"/>
              </a:ext>
            </a:extLst>
          </p:cNvPr>
          <p:cNvSpPr>
            <a:spLocks xmlns:a="http://schemas.openxmlformats.org/drawingml/2006/main" noGrp="1"/>
          </p:cNvSpPr>
          <p:nvPr/>
        </p:nvSpPr>
        <p:spPr>
          <a:xfrm xmlns:a="http://schemas.openxmlformats.org/drawingml/2006/main" rot="0" flipH="0" flipV="0">
            <a:off x="1439608" y="5476723"/>
            <a:ext cx="15408787" cy="3857777"/>
          </a:xfrm>
          <a:custGeom xmlns:a="http://schemas.openxmlformats.org/drawingml/2006/main">
            <a:rect l="l" t="t" r="r" b="b"/>
            <a:pathLst>
              <a:path w="4058281" h="1016040">
                <a:moveTo>
                  <a:pt x="16580" y="0"/>
                </a:moveTo>
                <a:lnTo>
                  <a:pt x="4041700" y="0"/>
                </a:lnTo>
                <a:cubicBezTo>
                  <a:pt x="4050857" y="0"/>
                  <a:pt x="4058281" y="7423"/>
                  <a:pt x="4058281" y="16580"/>
                </a:cubicBezTo>
                <a:lnTo>
                  <a:pt x="4058281" y="999460"/>
                </a:lnTo>
                <a:cubicBezTo>
                  <a:pt x="4058281" y="1008617"/>
                  <a:pt x="4050857" y="1016040"/>
                  <a:pt x="4041700" y="1016040"/>
                </a:cubicBezTo>
                <a:lnTo>
                  <a:pt x="16580" y="1016040"/>
                </a:lnTo>
                <a:cubicBezTo>
                  <a:pt x="7423" y="1016040"/>
                  <a:pt x="0" y="1008617"/>
                  <a:pt x="0" y="999460"/>
                </a:cubicBezTo>
                <a:lnTo>
                  <a:pt x="0" y="16580"/>
                </a:lnTo>
                <a:cubicBezTo>
                  <a:pt x="0" y="7423"/>
                  <a:pt x="7423" y="0"/>
                  <a:pt x="16580" y="0"/>
                </a:cubicBezTo>
                <a:close/>
              </a:path>
            </a:pathLst>
          </a:custGeom>
          <a:solidFill xmlns:a="http://schemas.openxmlformats.org/drawingml/2006/main">
            <a:srgbClr val="FFFFFF"/>
          </a:solidFill>
        </p:spPr>
      </p:sp>
      <p:sp>
        <p:nvSpPr>
          <p:cNvPr id="5" name="TextBox 5">
            <a:extLst xmlns:a="http://schemas.openxmlformats.org/drawingml/2006/main">
              <a:ext uri="{FF2B5EF4-FFF2-40B4-BE49-F238E27FC236}">
                <a16:creationId xmlns:a16="http://schemas.microsoft.com/office/drawing/2014/main" id="{37AA51A6-D221-40C9-90EC-A98A3A869420}"/>
              </a:ext>
            </a:extLst>
          </p:cNvPr>
          <p:cNvSpPr>
            <a:spLocks xmlns:a="http://schemas.openxmlformats.org/drawingml/2006/main" noGrp="1"/>
          </p:cNvSpPr>
          <p:nvPr/>
        </p:nvSpPr>
        <p:spPr>
          <a:xfrm xmlns:a="http://schemas.openxmlformats.org/drawingml/2006/main" rot="0" flipH="0" flipV="0">
            <a:off x="1439608" y="5332063"/>
            <a:ext cx="15408784" cy="40024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7" name="Freeform 7">
            <a:extLst xmlns:a="http://schemas.openxmlformats.org/drawingml/2006/main">
              <a:ext uri="{FF2B5EF4-FFF2-40B4-BE49-F238E27FC236}">
                <a16:creationId xmlns:a16="http://schemas.microsoft.com/office/drawing/2014/main" id="{7CE2FEAC-6B13-4BC5-A423-4DA001E532DD}"/>
              </a:ext>
            </a:extLst>
          </p:cNvPr>
          <p:cNvSpPr>
            <a:spLocks xmlns:a="http://schemas.openxmlformats.org/drawingml/2006/main" noGrp="1"/>
          </p:cNvSpPr>
          <p:nvPr/>
        </p:nvSpPr>
        <p:spPr>
          <a:xfrm xmlns:a="http://schemas.openxmlformats.org/drawingml/2006/main" rot="0" flipH="0" flipV="0">
            <a:off x="1439608" y="4906346"/>
            <a:ext cx="3081757" cy="303677"/>
          </a:xfrm>
          <a:custGeom xmlns:a="http://schemas.openxmlformats.org/drawingml/2006/main">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xmlns:a="http://schemas.openxmlformats.org/drawingml/2006/main">
            <a:srgbClr val="122359"/>
          </a:solidFill>
        </p:spPr>
      </p:sp>
      <p:sp>
        <p:nvSpPr>
          <p:cNvPr id="8" name="TextBox 8">
            <a:extLst xmlns:a="http://schemas.openxmlformats.org/drawingml/2006/main">
              <a:ext uri="{FF2B5EF4-FFF2-40B4-BE49-F238E27FC236}">
                <a16:creationId xmlns:a16="http://schemas.microsoft.com/office/drawing/2014/main" id="{54490245-65BB-4992-94A1-E9B4ED734E44}"/>
              </a:ext>
            </a:extLst>
          </p:cNvPr>
          <p:cNvSpPr>
            <a:spLocks xmlns:a="http://schemas.openxmlformats.org/drawingml/2006/main" noGrp="1"/>
          </p:cNvSpPr>
          <p:nvPr/>
        </p:nvSpPr>
        <p:spPr>
          <a:xfrm xmlns:a="http://schemas.openxmlformats.org/drawingml/2006/main" rot="0" flipH="0" flipV="0">
            <a:off x="1439608" y="4761686"/>
            <a:ext cx="3081757" cy="4483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0" name="Freeform 10">
            <a:extLst xmlns:a="http://schemas.openxmlformats.org/drawingml/2006/main">
              <a:ext uri="{FF2B5EF4-FFF2-40B4-BE49-F238E27FC236}">
                <a16:creationId xmlns:a16="http://schemas.microsoft.com/office/drawing/2014/main" id="{74000DEE-7843-4002-AE0F-2F169DCEA11D}"/>
              </a:ext>
            </a:extLst>
          </p:cNvPr>
          <p:cNvSpPr>
            <a:spLocks xmlns:a="http://schemas.openxmlformats.org/drawingml/2006/main" noGrp="1"/>
          </p:cNvSpPr>
          <p:nvPr/>
        </p:nvSpPr>
        <p:spPr>
          <a:xfrm xmlns:a="http://schemas.openxmlformats.org/drawingml/2006/main" rot="0" flipH="0" flipV="0">
            <a:off x="4521365" y="4906346"/>
            <a:ext cx="3081757" cy="303677"/>
          </a:xfrm>
          <a:custGeom xmlns:a="http://schemas.openxmlformats.org/drawingml/2006/main">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xmlns:a="http://schemas.openxmlformats.org/drawingml/2006/main">
            <a:srgbClr val="3D6298"/>
          </a:solidFill>
        </p:spPr>
      </p:sp>
      <p:sp>
        <p:nvSpPr>
          <p:cNvPr id="11" name="TextBox 11">
            <a:extLst xmlns:a="http://schemas.openxmlformats.org/drawingml/2006/main">
              <a:ext uri="{FF2B5EF4-FFF2-40B4-BE49-F238E27FC236}">
                <a16:creationId xmlns:a16="http://schemas.microsoft.com/office/drawing/2014/main" id="{D76EC057-0C77-4B4D-9DC5-DCC748182262}"/>
              </a:ext>
            </a:extLst>
          </p:cNvPr>
          <p:cNvSpPr>
            <a:spLocks xmlns:a="http://schemas.openxmlformats.org/drawingml/2006/main" noGrp="1"/>
          </p:cNvSpPr>
          <p:nvPr/>
        </p:nvSpPr>
        <p:spPr>
          <a:xfrm xmlns:a="http://schemas.openxmlformats.org/drawingml/2006/main" rot="0" flipH="0" flipV="0">
            <a:off x="4521365" y="4761686"/>
            <a:ext cx="3081757" cy="4483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3" name="Freeform 13">
            <a:extLst xmlns:a="http://schemas.openxmlformats.org/drawingml/2006/main">
              <a:ext uri="{FF2B5EF4-FFF2-40B4-BE49-F238E27FC236}">
                <a16:creationId xmlns:a16="http://schemas.microsoft.com/office/drawing/2014/main" id="{D51D9817-E1DD-452C-9E9E-E2FD574832FA}"/>
              </a:ext>
            </a:extLst>
          </p:cNvPr>
          <p:cNvSpPr>
            <a:spLocks xmlns:a="http://schemas.openxmlformats.org/drawingml/2006/main" noGrp="1"/>
          </p:cNvSpPr>
          <p:nvPr/>
        </p:nvSpPr>
        <p:spPr>
          <a:xfrm xmlns:a="http://schemas.openxmlformats.org/drawingml/2006/main" rot="0" flipH="0" flipV="0">
            <a:off x="7603122" y="4906346"/>
            <a:ext cx="3081757" cy="303677"/>
          </a:xfrm>
          <a:custGeom xmlns:a="http://schemas.openxmlformats.org/drawingml/2006/main">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xmlns:a="http://schemas.openxmlformats.org/drawingml/2006/main">
            <a:srgbClr val="BEC8DA"/>
          </a:solidFill>
        </p:spPr>
      </p:sp>
      <p:sp>
        <p:nvSpPr>
          <p:cNvPr id="14" name="TextBox 14">
            <a:extLst xmlns:a="http://schemas.openxmlformats.org/drawingml/2006/main">
              <a:ext uri="{FF2B5EF4-FFF2-40B4-BE49-F238E27FC236}">
                <a16:creationId xmlns:a16="http://schemas.microsoft.com/office/drawing/2014/main" id="{547A3C25-21A9-4025-8E00-BD4E6550D727}"/>
              </a:ext>
            </a:extLst>
          </p:cNvPr>
          <p:cNvSpPr>
            <a:spLocks xmlns:a="http://schemas.openxmlformats.org/drawingml/2006/main" noGrp="1"/>
          </p:cNvSpPr>
          <p:nvPr/>
        </p:nvSpPr>
        <p:spPr>
          <a:xfrm xmlns:a="http://schemas.openxmlformats.org/drawingml/2006/main" rot="0" flipH="0" flipV="0">
            <a:off x="7603122" y="4761686"/>
            <a:ext cx="3081757" cy="4483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6" name="Freeform 16">
            <a:extLst xmlns:a="http://schemas.openxmlformats.org/drawingml/2006/main">
              <a:ext uri="{FF2B5EF4-FFF2-40B4-BE49-F238E27FC236}">
                <a16:creationId xmlns:a16="http://schemas.microsoft.com/office/drawing/2014/main" id="{D8AC0DAC-6802-4702-9E12-6A13DDF9A28E}"/>
              </a:ext>
            </a:extLst>
          </p:cNvPr>
          <p:cNvSpPr>
            <a:spLocks xmlns:a="http://schemas.openxmlformats.org/drawingml/2006/main" noGrp="1"/>
          </p:cNvSpPr>
          <p:nvPr/>
        </p:nvSpPr>
        <p:spPr>
          <a:xfrm xmlns:a="http://schemas.openxmlformats.org/drawingml/2006/main" rot="0" flipH="0" flipV="0">
            <a:off x="10684878" y="4906346"/>
            <a:ext cx="3081757" cy="303677"/>
          </a:xfrm>
          <a:custGeom xmlns:a="http://schemas.openxmlformats.org/drawingml/2006/main">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xmlns:a="http://schemas.openxmlformats.org/drawingml/2006/main">
            <a:srgbClr val="F68D55"/>
          </a:solidFill>
        </p:spPr>
      </p:sp>
      <p:sp>
        <p:nvSpPr>
          <p:cNvPr id="17" name="TextBox 17">
            <a:extLst xmlns:a="http://schemas.openxmlformats.org/drawingml/2006/main">
              <a:ext uri="{FF2B5EF4-FFF2-40B4-BE49-F238E27FC236}">
                <a16:creationId xmlns:a16="http://schemas.microsoft.com/office/drawing/2014/main" id="{DE5DB838-DA7E-4BC2-B6FD-6C339440569F}"/>
              </a:ext>
            </a:extLst>
          </p:cNvPr>
          <p:cNvSpPr>
            <a:spLocks xmlns:a="http://schemas.openxmlformats.org/drawingml/2006/main" noGrp="1"/>
          </p:cNvSpPr>
          <p:nvPr/>
        </p:nvSpPr>
        <p:spPr>
          <a:xfrm xmlns:a="http://schemas.openxmlformats.org/drawingml/2006/main" rot="0" flipH="0" flipV="0">
            <a:off x="10684878" y="4761686"/>
            <a:ext cx="3081757" cy="4483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9" name="Freeform 19">
            <a:extLst xmlns:a="http://schemas.openxmlformats.org/drawingml/2006/main">
              <a:ext uri="{FF2B5EF4-FFF2-40B4-BE49-F238E27FC236}">
                <a16:creationId xmlns:a16="http://schemas.microsoft.com/office/drawing/2014/main" id="{55860A22-3665-4857-9296-B98EE5CEBD5C}"/>
              </a:ext>
            </a:extLst>
          </p:cNvPr>
          <p:cNvSpPr>
            <a:spLocks xmlns:a="http://schemas.openxmlformats.org/drawingml/2006/main" noGrp="1"/>
          </p:cNvSpPr>
          <p:nvPr/>
        </p:nvSpPr>
        <p:spPr>
          <a:xfrm xmlns:a="http://schemas.openxmlformats.org/drawingml/2006/main" rot="0" flipH="0" flipV="0">
            <a:off x="13766635" y="4906346"/>
            <a:ext cx="3081757" cy="303677"/>
          </a:xfrm>
          <a:custGeom xmlns:a="http://schemas.openxmlformats.org/drawingml/2006/main">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xmlns:a="http://schemas.openxmlformats.org/drawingml/2006/main">
            <a:srgbClr val="E8DED6"/>
          </a:solidFill>
        </p:spPr>
      </p:sp>
      <p:sp>
        <p:nvSpPr>
          <p:cNvPr id="20" name="TextBox 20">
            <a:extLst xmlns:a="http://schemas.openxmlformats.org/drawingml/2006/main">
              <a:ext uri="{FF2B5EF4-FFF2-40B4-BE49-F238E27FC236}">
                <a16:creationId xmlns:a16="http://schemas.microsoft.com/office/drawing/2014/main" id="{8F04C021-9293-4D5B-AB49-ACABDD32FAD6}"/>
              </a:ext>
            </a:extLst>
          </p:cNvPr>
          <p:cNvSpPr>
            <a:spLocks xmlns:a="http://schemas.openxmlformats.org/drawingml/2006/main" noGrp="1"/>
          </p:cNvSpPr>
          <p:nvPr/>
        </p:nvSpPr>
        <p:spPr>
          <a:xfrm xmlns:a="http://schemas.openxmlformats.org/drawingml/2006/main" rot="0" flipH="0" flipV="0">
            <a:off x="13766635" y="4761686"/>
            <a:ext cx="3081757" cy="44833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2" name="Freeform 22">
            <a:extLst xmlns:a="http://schemas.openxmlformats.org/drawingml/2006/main">
              <a:ext uri="{FF2B5EF4-FFF2-40B4-BE49-F238E27FC236}">
                <a16:creationId xmlns:a16="http://schemas.microsoft.com/office/drawing/2014/main" id="{774ECF40-2C26-4427-B3AA-7FABE168CFC0}"/>
              </a:ext>
            </a:extLst>
          </p:cNvPr>
          <p:cNvSpPr>
            <a:spLocks xmlns:a="http://schemas.openxmlformats.org/drawingml/2006/main" noGrp="1"/>
          </p:cNvSpPr>
          <p:nvPr/>
        </p:nvSpPr>
        <p:spPr>
          <a:xfrm xmlns:a="http://schemas.openxmlformats.org/drawingml/2006/main" rot="0" flipH="0" flipV="0">
            <a:off x="4294925" y="4831745"/>
            <a:ext cx="452880" cy="452880"/>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a:ln xmlns:a="http://schemas.openxmlformats.org/drawingml/2006/main" w="104775" cap="sq">
            <a:solidFill>
              <a:srgbClr val="122359"/>
            </a:solidFill>
            <a:prstDash val="solid"/>
            <a:miter/>
          </a:ln>
        </p:spPr>
      </p:sp>
      <p:sp>
        <p:nvSpPr>
          <p:cNvPr id="23" name="TextBox 23">
            <a:extLst xmlns:a="http://schemas.openxmlformats.org/drawingml/2006/main">
              <a:ext uri="{FF2B5EF4-FFF2-40B4-BE49-F238E27FC236}">
                <a16:creationId xmlns:a16="http://schemas.microsoft.com/office/drawing/2014/main" id="{6E15559F-79C3-47A7-A29A-F2D3D27F5B22}"/>
              </a:ext>
            </a:extLst>
          </p:cNvPr>
          <p:cNvSpPr>
            <a:spLocks xmlns:a="http://schemas.openxmlformats.org/drawingml/2006/main" noGrp="1"/>
          </p:cNvSpPr>
          <p:nvPr/>
        </p:nvSpPr>
        <p:spPr>
          <a:xfrm xmlns:a="http://schemas.openxmlformats.org/drawingml/2006/main" rot="0" flipH="0" flipV="0">
            <a:off x="4337382" y="4852973"/>
            <a:ext cx="367965" cy="38919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5" name="Freeform 25">
            <a:extLst xmlns:a="http://schemas.openxmlformats.org/drawingml/2006/main">
              <a:ext uri="{FF2B5EF4-FFF2-40B4-BE49-F238E27FC236}">
                <a16:creationId xmlns:a16="http://schemas.microsoft.com/office/drawing/2014/main" id="{44810726-C852-4F23-BB13-873F414BBB17}"/>
              </a:ext>
            </a:extLst>
          </p:cNvPr>
          <p:cNvSpPr>
            <a:spLocks xmlns:a="http://schemas.openxmlformats.org/drawingml/2006/main" noGrp="1"/>
          </p:cNvSpPr>
          <p:nvPr/>
        </p:nvSpPr>
        <p:spPr>
          <a:xfrm xmlns:a="http://schemas.openxmlformats.org/drawingml/2006/main" rot="0" flipH="0" flipV="0">
            <a:off x="7376682" y="4831745"/>
            <a:ext cx="452880" cy="452880"/>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a:ln xmlns:a="http://schemas.openxmlformats.org/drawingml/2006/main" w="104775" cap="sq">
            <a:solidFill>
              <a:srgbClr val="3D6298"/>
            </a:solidFill>
            <a:prstDash val="solid"/>
            <a:miter/>
          </a:ln>
        </p:spPr>
      </p:sp>
      <p:sp>
        <p:nvSpPr>
          <p:cNvPr id="26" name="TextBox 26">
            <a:extLst xmlns:a="http://schemas.openxmlformats.org/drawingml/2006/main">
              <a:ext uri="{FF2B5EF4-FFF2-40B4-BE49-F238E27FC236}">
                <a16:creationId xmlns:a16="http://schemas.microsoft.com/office/drawing/2014/main" id="{F4459EE2-4BE2-4248-B376-A666851D2BA8}"/>
              </a:ext>
            </a:extLst>
          </p:cNvPr>
          <p:cNvSpPr>
            <a:spLocks xmlns:a="http://schemas.openxmlformats.org/drawingml/2006/main" noGrp="1"/>
          </p:cNvSpPr>
          <p:nvPr/>
        </p:nvSpPr>
        <p:spPr>
          <a:xfrm xmlns:a="http://schemas.openxmlformats.org/drawingml/2006/main" rot="0" flipH="0" flipV="0">
            <a:off x="7419139" y="4852973"/>
            <a:ext cx="367965" cy="38919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8" name="Freeform 28">
            <a:extLst xmlns:a="http://schemas.openxmlformats.org/drawingml/2006/main">
              <a:ext uri="{FF2B5EF4-FFF2-40B4-BE49-F238E27FC236}">
                <a16:creationId xmlns:a16="http://schemas.microsoft.com/office/drawing/2014/main" id="{2147ED19-032A-46CB-B5D1-E3CA31FA14EE}"/>
              </a:ext>
            </a:extLst>
          </p:cNvPr>
          <p:cNvSpPr>
            <a:spLocks xmlns:a="http://schemas.openxmlformats.org/drawingml/2006/main" noGrp="1"/>
          </p:cNvSpPr>
          <p:nvPr/>
        </p:nvSpPr>
        <p:spPr>
          <a:xfrm xmlns:a="http://schemas.openxmlformats.org/drawingml/2006/main" rot="0" flipH="0" flipV="0">
            <a:off x="10458438" y="4831745"/>
            <a:ext cx="452880" cy="452880"/>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a:ln xmlns:a="http://schemas.openxmlformats.org/drawingml/2006/main" w="104775" cap="sq">
            <a:solidFill>
              <a:srgbClr val="BEC8DA"/>
            </a:solidFill>
            <a:prstDash val="solid"/>
            <a:miter/>
          </a:ln>
        </p:spPr>
      </p:sp>
      <p:sp>
        <p:nvSpPr>
          <p:cNvPr id="29" name="TextBox 29">
            <a:extLst xmlns:a="http://schemas.openxmlformats.org/drawingml/2006/main">
              <a:ext uri="{FF2B5EF4-FFF2-40B4-BE49-F238E27FC236}">
                <a16:creationId xmlns:a16="http://schemas.microsoft.com/office/drawing/2014/main" id="{3640B4A6-3F03-4DD3-B3F9-2162BADDBC60}"/>
              </a:ext>
            </a:extLst>
          </p:cNvPr>
          <p:cNvSpPr>
            <a:spLocks xmlns:a="http://schemas.openxmlformats.org/drawingml/2006/main" noGrp="1"/>
          </p:cNvSpPr>
          <p:nvPr/>
        </p:nvSpPr>
        <p:spPr>
          <a:xfrm xmlns:a="http://schemas.openxmlformats.org/drawingml/2006/main" rot="0" flipH="0" flipV="0">
            <a:off x="10500895" y="4852973"/>
            <a:ext cx="367965" cy="38919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1" name="Freeform 31">
            <a:extLst xmlns:a="http://schemas.openxmlformats.org/drawingml/2006/main">
              <a:ext uri="{FF2B5EF4-FFF2-40B4-BE49-F238E27FC236}">
                <a16:creationId xmlns:a16="http://schemas.microsoft.com/office/drawing/2014/main" id="{FA679D0D-07E5-4D4F-B89A-476EBBCB74FB}"/>
              </a:ext>
            </a:extLst>
          </p:cNvPr>
          <p:cNvSpPr>
            <a:spLocks xmlns:a="http://schemas.openxmlformats.org/drawingml/2006/main" noGrp="1"/>
          </p:cNvSpPr>
          <p:nvPr/>
        </p:nvSpPr>
        <p:spPr>
          <a:xfrm xmlns:a="http://schemas.openxmlformats.org/drawingml/2006/main" rot="0" flipH="0" flipV="0">
            <a:off x="13540195" y="4831745"/>
            <a:ext cx="452880" cy="452880"/>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a:ln xmlns:a="http://schemas.openxmlformats.org/drawingml/2006/main" w="104775" cap="sq">
            <a:solidFill>
              <a:srgbClr val="F68D55"/>
            </a:solidFill>
            <a:prstDash val="solid"/>
            <a:miter/>
          </a:ln>
        </p:spPr>
      </p:sp>
      <p:sp>
        <p:nvSpPr>
          <p:cNvPr id="32" name="TextBox 32">
            <a:extLst xmlns:a="http://schemas.openxmlformats.org/drawingml/2006/main">
              <a:ext uri="{FF2B5EF4-FFF2-40B4-BE49-F238E27FC236}">
                <a16:creationId xmlns:a16="http://schemas.microsoft.com/office/drawing/2014/main" id="{702A276D-F40C-40B1-B40A-29E55185B8BD}"/>
              </a:ext>
            </a:extLst>
          </p:cNvPr>
          <p:cNvSpPr>
            <a:spLocks xmlns:a="http://schemas.openxmlformats.org/drawingml/2006/main" noGrp="1"/>
          </p:cNvSpPr>
          <p:nvPr/>
        </p:nvSpPr>
        <p:spPr>
          <a:xfrm xmlns:a="http://schemas.openxmlformats.org/drawingml/2006/main" rot="0" flipH="0" flipV="0">
            <a:off x="13582652" y="4852973"/>
            <a:ext cx="367965" cy="38919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4" name="Freeform 34">
            <a:extLst xmlns:a="http://schemas.openxmlformats.org/drawingml/2006/main">
              <a:ext uri="{FF2B5EF4-FFF2-40B4-BE49-F238E27FC236}">
                <a16:creationId xmlns:a16="http://schemas.microsoft.com/office/drawing/2014/main" id="{3C2EF7D2-C313-48AE-8D8D-2C799DB7B46D}"/>
              </a:ext>
            </a:extLst>
          </p:cNvPr>
          <p:cNvSpPr>
            <a:spLocks xmlns:a="http://schemas.openxmlformats.org/drawingml/2006/main" noGrp="1"/>
          </p:cNvSpPr>
          <p:nvPr/>
        </p:nvSpPr>
        <p:spPr>
          <a:xfrm xmlns:a="http://schemas.openxmlformats.org/drawingml/2006/main" rot="0" flipH="0" flipV="0">
            <a:off x="16395512" y="4831745"/>
            <a:ext cx="452880" cy="452880"/>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FFFFF"/>
          </a:solidFill>
          <a:ln xmlns:a="http://schemas.openxmlformats.org/drawingml/2006/main" w="104775" cap="sq">
            <a:solidFill>
              <a:srgbClr val="E8DED6"/>
            </a:solidFill>
            <a:prstDash val="solid"/>
            <a:miter/>
          </a:ln>
        </p:spPr>
      </p:sp>
      <p:sp>
        <p:nvSpPr>
          <p:cNvPr id="35" name="TextBox 35">
            <a:extLst xmlns:a="http://schemas.openxmlformats.org/drawingml/2006/main">
              <a:ext uri="{FF2B5EF4-FFF2-40B4-BE49-F238E27FC236}">
                <a16:creationId xmlns:a16="http://schemas.microsoft.com/office/drawing/2014/main" id="{81B8B0FB-9D32-43E9-8F45-BD849295AD7C}"/>
              </a:ext>
            </a:extLst>
          </p:cNvPr>
          <p:cNvSpPr>
            <a:spLocks xmlns:a="http://schemas.openxmlformats.org/drawingml/2006/main" noGrp="1"/>
          </p:cNvSpPr>
          <p:nvPr/>
        </p:nvSpPr>
        <p:spPr>
          <a:xfrm xmlns:a="http://schemas.openxmlformats.org/drawingml/2006/main" rot="0" flipH="0" flipV="0">
            <a:off x="16437969" y="4852973"/>
            <a:ext cx="367965" cy="38919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6" name="Freeform 36">
            <a:extLst xmlns:a="http://schemas.openxmlformats.org/drawingml/2006/main">
              <a:ext uri="{FF2B5EF4-FFF2-40B4-BE49-F238E27FC236}">
                <a16:creationId xmlns:a16="http://schemas.microsoft.com/office/drawing/2014/main" id="{F2499379-832C-4596-998B-46832F9FB748}"/>
              </a:ext>
            </a:extLst>
          </p:cNvPr>
          <p:cNvSpPr>
            <a:spLocks xmlns:a="http://schemas.openxmlformats.org/drawingml/2006/main" noGrp="1"/>
          </p:cNvSpPr>
          <p:nvPr/>
        </p:nvSpPr>
        <p:spPr>
          <a:xfrm xmlns:a="http://schemas.openxmlformats.org/drawingml/2006/main" rot="0" flipH="0" flipV="0">
            <a:off x="2053092" y="2667000"/>
            <a:ext cx="1799028" cy="2020434"/>
          </a:xfrm>
          <a:custGeom xmlns:a="http://schemas.openxmlformats.org/drawingml/2006/main">
            <a:rect l="l" t="t" r="r" b="b"/>
            <a:pathLst>
              <a:path w="1799028" h="2020434">
                <a:moveTo>
                  <a:pt x="0" y="0"/>
                </a:moveTo>
                <a:lnTo>
                  <a:pt x="1799029" y="0"/>
                </a:lnTo>
                <a:lnTo>
                  <a:pt x="1799029" y="2020434"/>
                </a:lnTo>
                <a:lnTo>
                  <a:pt x="0" y="2020434"/>
                </a:lnTo>
                <a:lnTo>
                  <a:pt x="0" y="0"/>
                </a:lnTo>
                <a:close/>
              </a:path>
            </a:pathLst>
          </a:custGeom>
          <a:blipFill xmlns:a="http://schemas.openxmlformats.org/drawingml/2006/main">
            <a:blip xmlns:r="http://schemas.openxmlformats.org/officeDocument/2006/relationships" r:embed="R6f8f061a29574b93">
              <a:extLst>
                <a:ext uri="{96DAC541-7B7A-43D3-8B79-37D633B846F1}">
                  <asvg:svgBlip xmlns:asvg="http://schemas.microsoft.com/office/drawing/2016/SVG/main" r:embed="Rc20f49cbcb3e492e"/>
                </a:ext>
              </a:extLst>
            </a:blip>
            <a:stretch>
              <a:fillRect l="0" t="0" r="0" b="0"/>
            </a:stretch>
          </a:blipFill>
        </p:spPr>
      </p:sp>
      <p:sp>
        <p:nvSpPr>
          <p:cNvPr id="37" name="Freeform 37">
            <a:extLst xmlns:a="http://schemas.openxmlformats.org/drawingml/2006/main">
              <a:ext uri="{FF2B5EF4-FFF2-40B4-BE49-F238E27FC236}">
                <a16:creationId xmlns:a16="http://schemas.microsoft.com/office/drawing/2014/main" id="{4C0AAFDB-D7D0-413E-A898-BD1B51A90582}"/>
              </a:ext>
            </a:extLst>
          </p:cNvPr>
          <p:cNvSpPr>
            <a:spLocks xmlns:a="http://schemas.openxmlformats.org/drawingml/2006/main" noGrp="1"/>
          </p:cNvSpPr>
          <p:nvPr/>
        </p:nvSpPr>
        <p:spPr>
          <a:xfrm xmlns:a="http://schemas.openxmlformats.org/drawingml/2006/main" rot="0" flipH="0" flipV="0">
            <a:off x="5162729" y="2667000"/>
            <a:ext cx="1799028" cy="2020434"/>
          </a:xfrm>
          <a:custGeom xmlns:a="http://schemas.openxmlformats.org/drawingml/2006/main">
            <a:rect l="l" t="t" r="r" b="b"/>
            <a:pathLst>
              <a:path w="1799028" h="2020434">
                <a:moveTo>
                  <a:pt x="0" y="0"/>
                </a:moveTo>
                <a:lnTo>
                  <a:pt x="1799028" y="0"/>
                </a:lnTo>
                <a:lnTo>
                  <a:pt x="1799028" y="2020434"/>
                </a:lnTo>
                <a:lnTo>
                  <a:pt x="0" y="2020434"/>
                </a:lnTo>
                <a:lnTo>
                  <a:pt x="0" y="0"/>
                </a:lnTo>
                <a:close/>
              </a:path>
            </a:pathLst>
          </a:custGeom>
          <a:blipFill xmlns:a="http://schemas.openxmlformats.org/drawingml/2006/main">
            <a:blip xmlns:r="http://schemas.openxmlformats.org/officeDocument/2006/relationships" r:embed="Rcc4cc7f699d14f49">
              <a:extLst>
                <a:ext uri="{96DAC541-7B7A-43D3-8B79-37D633B846F1}">
                  <asvg:svgBlip xmlns:asvg="http://schemas.microsoft.com/office/drawing/2016/SVG/main" r:embed="R9b55d4638e41476a"/>
                </a:ext>
              </a:extLst>
            </a:blip>
            <a:stretch>
              <a:fillRect l="0" t="0" r="0" b="0"/>
            </a:stretch>
          </a:blipFill>
        </p:spPr>
      </p:sp>
      <p:sp>
        <p:nvSpPr>
          <p:cNvPr id="38" name="Freeform 38">
            <a:extLst xmlns:a="http://schemas.openxmlformats.org/drawingml/2006/main">
              <a:ext uri="{FF2B5EF4-FFF2-40B4-BE49-F238E27FC236}">
                <a16:creationId xmlns:a16="http://schemas.microsoft.com/office/drawing/2014/main" id="{546406CA-B800-4FCF-A82F-C50733920C40}"/>
              </a:ext>
            </a:extLst>
          </p:cNvPr>
          <p:cNvSpPr>
            <a:spLocks xmlns:a="http://schemas.openxmlformats.org/drawingml/2006/main" noGrp="1"/>
          </p:cNvSpPr>
          <p:nvPr/>
        </p:nvSpPr>
        <p:spPr>
          <a:xfrm xmlns:a="http://schemas.openxmlformats.org/drawingml/2006/main" rot="0" flipH="0" flipV="0">
            <a:off x="8244486" y="2667000"/>
            <a:ext cx="1799028" cy="2020434"/>
          </a:xfrm>
          <a:custGeom xmlns:a="http://schemas.openxmlformats.org/drawingml/2006/main">
            <a:rect l="l" t="t" r="r" b="b"/>
            <a:pathLst>
              <a:path w="1799028" h="2020434">
                <a:moveTo>
                  <a:pt x="0" y="0"/>
                </a:moveTo>
                <a:lnTo>
                  <a:pt x="1799028" y="0"/>
                </a:lnTo>
                <a:lnTo>
                  <a:pt x="1799028" y="2020434"/>
                </a:lnTo>
                <a:lnTo>
                  <a:pt x="0" y="2020434"/>
                </a:lnTo>
                <a:lnTo>
                  <a:pt x="0" y="0"/>
                </a:lnTo>
                <a:close/>
              </a:path>
            </a:pathLst>
          </a:custGeom>
          <a:blipFill xmlns:a="http://schemas.openxmlformats.org/drawingml/2006/main">
            <a:blip xmlns:r="http://schemas.openxmlformats.org/officeDocument/2006/relationships" r:embed="R1445b6cbd1cd41a7">
              <a:extLst>
                <a:ext uri="{96DAC541-7B7A-43D3-8B79-37D633B846F1}">
                  <asvg:svgBlip xmlns:asvg="http://schemas.microsoft.com/office/drawing/2016/SVG/main" r:embed="R8e077789a3924307"/>
                </a:ext>
              </a:extLst>
            </a:blip>
            <a:stretch>
              <a:fillRect l="0" t="0" r="0" b="0"/>
            </a:stretch>
          </a:blipFill>
        </p:spPr>
      </p:sp>
      <p:sp>
        <p:nvSpPr>
          <p:cNvPr id="39" name="Freeform 39">
            <a:extLst xmlns:a="http://schemas.openxmlformats.org/drawingml/2006/main">
              <a:ext uri="{FF2B5EF4-FFF2-40B4-BE49-F238E27FC236}">
                <a16:creationId xmlns:a16="http://schemas.microsoft.com/office/drawing/2014/main" id="{57C36A9A-7A37-40DA-BAA0-69A267BAA5BF}"/>
              </a:ext>
            </a:extLst>
          </p:cNvPr>
          <p:cNvSpPr>
            <a:spLocks xmlns:a="http://schemas.openxmlformats.org/drawingml/2006/main" noGrp="1"/>
          </p:cNvSpPr>
          <p:nvPr/>
        </p:nvSpPr>
        <p:spPr>
          <a:xfrm xmlns:a="http://schemas.openxmlformats.org/drawingml/2006/main" rot="0" flipH="0" flipV="0">
            <a:off x="11326243" y="2667000"/>
            <a:ext cx="1799028" cy="2020434"/>
          </a:xfrm>
          <a:custGeom xmlns:a="http://schemas.openxmlformats.org/drawingml/2006/main">
            <a:rect l="l" t="t" r="r" b="b"/>
            <a:pathLst>
              <a:path w="1799028" h="2020434">
                <a:moveTo>
                  <a:pt x="0" y="0"/>
                </a:moveTo>
                <a:lnTo>
                  <a:pt x="1799028" y="0"/>
                </a:lnTo>
                <a:lnTo>
                  <a:pt x="1799028" y="2020434"/>
                </a:lnTo>
                <a:lnTo>
                  <a:pt x="0" y="2020434"/>
                </a:lnTo>
                <a:lnTo>
                  <a:pt x="0" y="0"/>
                </a:lnTo>
                <a:close/>
              </a:path>
            </a:pathLst>
          </a:custGeom>
          <a:blipFill xmlns:a="http://schemas.openxmlformats.org/drawingml/2006/main">
            <a:blip xmlns:r="http://schemas.openxmlformats.org/officeDocument/2006/relationships" r:embed="R96f7f62825fc4f77">
              <a:extLst>
                <a:ext uri="{96DAC541-7B7A-43D3-8B79-37D633B846F1}">
                  <asvg:svgBlip xmlns:asvg="http://schemas.microsoft.com/office/drawing/2016/SVG/main" r:embed="R85d66bd0ab6f487c"/>
                </a:ext>
              </a:extLst>
            </a:blip>
            <a:stretch>
              <a:fillRect l="0" t="0" r="0" b="0"/>
            </a:stretch>
          </a:blipFill>
        </p:spPr>
      </p:sp>
      <p:sp>
        <p:nvSpPr>
          <p:cNvPr id="40" name="Freeform 40">
            <a:extLst xmlns:a="http://schemas.openxmlformats.org/drawingml/2006/main">
              <a:ext uri="{FF2B5EF4-FFF2-40B4-BE49-F238E27FC236}">
                <a16:creationId xmlns:a16="http://schemas.microsoft.com/office/drawing/2014/main" id="{3AB2D7CC-1DAF-48FF-B503-62EA8CE2CCE9}"/>
              </a:ext>
            </a:extLst>
          </p:cNvPr>
          <p:cNvSpPr>
            <a:spLocks xmlns:a="http://schemas.openxmlformats.org/drawingml/2006/main" noGrp="1"/>
          </p:cNvSpPr>
          <p:nvPr/>
        </p:nvSpPr>
        <p:spPr>
          <a:xfrm xmlns:a="http://schemas.openxmlformats.org/drawingml/2006/main" rot="0" flipH="0" flipV="0">
            <a:off x="14407999" y="2667000"/>
            <a:ext cx="1799028" cy="2020434"/>
          </a:xfrm>
          <a:custGeom xmlns:a="http://schemas.openxmlformats.org/drawingml/2006/main">
            <a:rect l="l" t="t" r="r" b="b"/>
            <a:pathLst>
              <a:path w="1799028" h="2020434">
                <a:moveTo>
                  <a:pt x="0" y="0"/>
                </a:moveTo>
                <a:lnTo>
                  <a:pt x="1799029" y="0"/>
                </a:lnTo>
                <a:lnTo>
                  <a:pt x="1799029" y="2020434"/>
                </a:lnTo>
                <a:lnTo>
                  <a:pt x="0" y="2020434"/>
                </a:lnTo>
                <a:lnTo>
                  <a:pt x="0" y="0"/>
                </a:lnTo>
                <a:close/>
              </a:path>
            </a:pathLst>
          </a:custGeom>
          <a:blipFill xmlns:a="http://schemas.openxmlformats.org/drawingml/2006/main">
            <a:blip xmlns:r="http://schemas.openxmlformats.org/officeDocument/2006/relationships" r:embed="R53699d9ba5d34a4d">
              <a:extLst>
                <a:ext uri="{96DAC541-7B7A-43D3-8B79-37D633B846F1}">
                  <asvg:svgBlip xmlns:asvg="http://schemas.microsoft.com/office/drawing/2016/SVG/main" r:embed="R5ec6b73207cd4726"/>
                </a:ext>
              </a:extLst>
            </a:blip>
            <a:stretch>
              <a:fillRect l="0" t="0" r="0" b="0"/>
            </a:stretch>
          </a:blipFill>
        </p:spPr>
      </p:sp>
      <p:sp>
        <p:nvSpPr>
          <p:cNvPr id="41" name="AutoShape 41">
            <a:extLst xmlns:a="http://schemas.openxmlformats.org/drawingml/2006/main">
              <a:ext uri="{FF2B5EF4-FFF2-40B4-BE49-F238E27FC236}">
                <a16:creationId xmlns:a16="http://schemas.microsoft.com/office/drawing/2014/main" id="{9F858C02-52D0-47A6-B900-7B55A74361E2}"/>
              </a:ext>
            </a:extLst>
          </p:cNvPr>
          <p:cNvSpPr>
            <a:spLocks xmlns:a="http://schemas.openxmlformats.org/drawingml/2006/main" noGrp="1"/>
          </p:cNvSpPr>
          <p:nvPr/>
        </p:nvSpPr>
        <p:spPr>
          <a:xfrm xmlns:a="http://schemas.openxmlformats.org/drawingml/2006/main">
            <a:off x="4521365" y="5905500"/>
            <a:ext cx="0" cy="3018643"/>
          </a:xfrm>
          <a:prstGeom xmlns:a="http://schemas.openxmlformats.org/drawingml/2006/main" prst="line">
            <a:avLst/>
          </a:prstGeom>
          <a:ln xmlns:a="http://schemas.openxmlformats.org/drawingml/2006/main" w="38100" cap="flat">
            <a:solidFill>
              <a:srgbClr val="E9ECF4"/>
            </a:solidFill>
            <a:prstDash val="solid"/>
            <a:headEnd type="none" w="sm" len="sm"/>
            <a:tailEnd type="none" w="sm" len="sm"/>
          </a:ln>
        </p:spPr>
      </p:sp>
      <p:sp>
        <p:nvSpPr>
          <p:cNvPr id="42" name="AutoShape 42">
            <a:extLst xmlns:a="http://schemas.openxmlformats.org/drawingml/2006/main">
              <a:ext uri="{FF2B5EF4-FFF2-40B4-BE49-F238E27FC236}">
                <a16:creationId xmlns:a16="http://schemas.microsoft.com/office/drawing/2014/main" id="{7F428E58-63F1-45D6-B745-5F6344E709EE}"/>
              </a:ext>
            </a:extLst>
          </p:cNvPr>
          <p:cNvSpPr>
            <a:spLocks xmlns:a="http://schemas.openxmlformats.org/drawingml/2006/main" noGrp="1"/>
          </p:cNvSpPr>
          <p:nvPr/>
        </p:nvSpPr>
        <p:spPr>
          <a:xfrm xmlns:a="http://schemas.openxmlformats.org/drawingml/2006/main">
            <a:off x="7603122" y="5905500"/>
            <a:ext cx="0" cy="3018643"/>
          </a:xfrm>
          <a:prstGeom xmlns:a="http://schemas.openxmlformats.org/drawingml/2006/main" prst="line">
            <a:avLst/>
          </a:prstGeom>
          <a:ln xmlns:a="http://schemas.openxmlformats.org/drawingml/2006/main" w="38100" cap="flat">
            <a:solidFill>
              <a:srgbClr val="E9ECF4"/>
            </a:solidFill>
            <a:prstDash val="solid"/>
            <a:headEnd type="none" w="sm" len="sm"/>
            <a:tailEnd type="none" w="sm" len="sm"/>
          </a:ln>
        </p:spPr>
      </p:sp>
      <p:sp>
        <p:nvSpPr>
          <p:cNvPr id="43" name="AutoShape 43">
            <a:extLst xmlns:a="http://schemas.openxmlformats.org/drawingml/2006/main">
              <a:ext uri="{FF2B5EF4-FFF2-40B4-BE49-F238E27FC236}">
                <a16:creationId xmlns:a16="http://schemas.microsoft.com/office/drawing/2014/main" id="{EC1BDE92-9D4B-41B0-AFE9-31D1C6DDD132}"/>
              </a:ext>
            </a:extLst>
          </p:cNvPr>
          <p:cNvSpPr>
            <a:spLocks xmlns:a="http://schemas.openxmlformats.org/drawingml/2006/main" noGrp="1"/>
          </p:cNvSpPr>
          <p:nvPr/>
        </p:nvSpPr>
        <p:spPr>
          <a:xfrm xmlns:a="http://schemas.openxmlformats.org/drawingml/2006/main">
            <a:off x="10684878" y="5905500"/>
            <a:ext cx="0" cy="3018643"/>
          </a:xfrm>
          <a:prstGeom xmlns:a="http://schemas.openxmlformats.org/drawingml/2006/main" prst="line">
            <a:avLst/>
          </a:prstGeom>
          <a:ln xmlns:a="http://schemas.openxmlformats.org/drawingml/2006/main" w="38100" cap="flat">
            <a:solidFill>
              <a:srgbClr val="E9ECF4"/>
            </a:solidFill>
            <a:prstDash val="solid"/>
            <a:headEnd type="none" w="sm" len="sm"/>
            <a:tailEnd type="none" w="sm" len="sm"/>
          </a:ln>
        </p:spPr>
      </p:sp>
      <p:sp>
        <p:nvSpPr>
          <p:cNvPr id="44" name="AutoShape 44">
            <a:extLst xmlns:a="http://schemas.openxmlformats.org/drawingml/2006/main">
              <a:ext uri="{FF2B5EF4-FFF2-40B4-BE49-F238E27FC236}">
                <a16:creationId xmlns:a16="http://schemas.microsoft.com/office/drawing/2014/main" id="{1B194156-8048-443C-9506-9F97E2D76AAC}"/>
              </a:ext>
            </a:extLst>
          </p:cNvPr>
          <p:cNvSpPr>
            <a:spLocks xmlns:a="http://schemas.openxmlformats.org/drawingml/2006/main" noGrp="1"/>
          </p:cNvSpPr>
          <p:nvPr/>
        </p:nvSpPr>
        <p:spPr>
          <a:xfrm xmlns:a="http://schemas.openxmlformats.org/drawingml/2006/main">
            <a:off x="13766635" y="5905500"/>
            <a:ext cx="0" cy="3018643"/>
          </a:xfrm>
          <a:prstGeom xmlns:a="http://schemas.openxmlformats.org/drawingml/2006/main" prst="line">
            <a:avLst/>
          </a:prstGeom>
          <a:ln xmlns:a="http://schemas.openxmlformats.org/drawingml/2006/main" w="38100" cap="flat">
            <a:solidFill>
              <a:srgbClr val="E9ECF4"/>
            </a:solidFill>
            <a:prstDash val="solid"/>
            <a:headEnd type="none" w="sm" len="sm"/>
            <a:tailEnd type="none" w="sm" len="sm"/>
          </a:ln>
        </p:spPr>
      </p:sp>
      <p:sp>
        <p:nvSpPr>
          <p:cNvPr id="45" name="Freeform 45">
            <a:extLst xmlns:a="http://schemas.openxmlformats.org/drawingml/2006/main">
              <a:ext uri="{FF2B5EF4-FFF2-40B4-BE49-F238E27FC236}">
                <a16:creationId xmlns:a16="http://schemas.microsoft.com/office/drawing/2014/main" id="{5E948103-AA7E-4848-846C-6EB41F14BEE6}"/>
              </a:ext>
            </a:extLst>
          </p:cNvPr>
          <p:cNvSpPr>
            <a:spLocks xmlns:a="http://schemas.openxmlformats.org/drawingml/2006/main" noGrp="1"/>
          </p:cNvSpPr>
          <p:nvPr/>
        </p:nvSpPr>
        <p:spPr>
          <a:xfrm xmlns:a="http://schemas.openxmlformats.org/drawingml/2006/main" rot="0" flipH="0" flipV="0">
            <a:off x="2702131" y="3263380"/>
            <a:ext cx="556712" cy="556712"/>
          </a:xfrm>
          <a:custGeom xmlns:a="http://schemas.openxmlformats.org/drawingml/2006/main">
            <a:rect l="l" t="t" r="r" b="b"/>
            <a:pathLst>
              <a:path w="556712" h="556712">
                <a:moveTo>
                  <a:pt x="0" y="0"/>
                </a:moveTo>
                <a:lnTo>
                  <a:pt x="556711" y="0"/>
                </a:lnTo>
                <a:lnTo>
                  <a:pt x="556711" y="556712"/>
                </a:lnTo>
                <a:lnTo>
                  <a:pt x="0" y="556712"/>
                </a:lnTo>
                <a:lnTo>
                  <a:pt x="0" y="0"/>
                </a:lnTo>
                <a:close/>
              </a:path>
            </a:pathLst>
          </a:custGeom>
          <a:blipFill xmlns:a="http://schemas.openxmlformats.org/drawingml/2006/main">
            <a:blip xmlns:r="http://schemas.openxmlformats.org/officeDocument/2006/relationships" r:embed="Rdaae6f56f1d14fba">
              <a:extLst>
                <a:ext uri="{96DAC541-7B7A-43D3-8B79-37D633B846F1}">
                  <asvg:svgBlip xmlns:asvg="http://schemas.microsoft.com/office/drawing/2016/SVG/main" r:embed="R38d2497ecce542dc"/>
                </a:ext>
              </a:extLst>
            </a:blip>
            <a:stretch>
              <a:fillRect l="0" t="0" r="0" b="0"/>
            </a:stretch>
          </a:blipFill>
        </p:spPr>
      </p:sp>
      <p:sp>
        <p:nvSpPr>
          <p:cNvPr id="46" name="Freeform 46">
            <a:extLst xmlns:a="http://schemas.openxmlformats.org/drawingml/2006/main">
              <a:ext uri="{FF2B5EF4-FFF2-40B4-BE49-F238E27FC236}">
                <a16:creationId xmlns:a16="http://schemas.microsoft.com/office/drawing/2014/main" id="{181C6D1F-AFDF-4AC3-A29F-C94C7860DC97}"/>
              </a:ext>
            </a:extLst>
          </p:cNvPr>
          <p:cNvSpPr>
            <a:spLocks xmlns:a="http://schemas.openxmlformats.org/drawingml/2006/main" noGrp="1"/>
          </p:cNvSpPr>
          <p:nvPr/>
        </p:nvSpPr>
        <p:spPr>
          <a:xfrm xmlns:a="http://schemas.openxmlformats.org/drawingml/2006/main" rot="0" flipH="0" flipV="0">
            <a:off x="8803697" y="3201433"/>
            <a:ext cx="680606" cy="680606"/>
          </a:xfrm>
          <a:custGeom xmlns:a="http://schemas.openxmlformats.org/drawingml/2006/main">
            <a:rect l="l" t="t" r="r" b="b"/>
            <a:pathLst>
              <a:path w="680606" h="680606">
                <a:moveTo>
                  <a:pt x="0" y="0"/>
                </a:moveTo>
                <a:lnTo>
                  <a:pt x="680606" y="0"/>
                </a:lnTo>
                <a:lnTo>
                  <a:pt x="680606" y="680606"/>
                </a:lnTo>
                <a:lnTo>
                  <a:pt x="0" y="680606"/>
                </a:lnTo>
                <a:lnTo>
                  <a:pt x="0" y="0"/>
                </a:lnTo>
                <a:close/>
              </a:path>
            </a:pathLst>
          </a:custGeom>
          <a:blipFill xmlns:a="http://schemas.openxmlformats.org/drawingml/2006/main">
            <a:blip xmlns:r="http://schemas.openxmlformats.org/officeDocument/2006/relationships" r:embed="R9c41e324d5e84af5">
              <a:extLst>
                <a:ext uri="{96DAC541-7B7A-43D3-8B79-37D633B846F1}">
                  <asvg:svgBlip xmlns:asvg="http://schemas.microsoft.com/office/drawing/2016/SVG/main" r:embed="Refb6fe35a99e4491"/>
                </a:ext>
              </a:extLst>
            </a:blip>
            <a:stretch>
              <a:fillRect l="0" t="0" r="0" b="0"/>
            </a:stretch>
          </a:blipFill>
        </p:spPr>
      </p:sp>
      <p:sp>
        <p:nvSpPr>
          <p:cNvPr id="47" name="Freeform 47">
            <a:extLst xmlns:a="http://schemas.openxmlformats.org/drawingml/2006/main">
              <a:ext uri="{FF2B5EF4-FFF2-40B4-BE49-F238E27FC236}">
                <a16:creationId xmlns:a16="http://schemas.microsoft.com/office/drawing/2014/main" id="{B95D1523-EB59-4C43-A700-87138BA0D305}"/>
              </a:ext>
            </a:extLst>
          </p:cNvPr>
          <p:cNvSpPr>
            <a:spLocks xmlns:a="http://schemas.openxmlformats.org/drawingml/2006/main" noGrp="1"/>
          </p:cNvSpPr>
          <p:nvPr/>
        </p:nvSpPr>
        <p:spPr>
          <a:xfrm xmlns:a="http://schemas.openxmlformats.org/drawingml/2006/main" rot="0" flipH="0" flipV="0">
            <a:off x="11906250" y="3210958"/>
            <a:ext cx="639013" cy="639013"/>
          </a:xfrm>
          <a:custGeom xmlns:a="http://schemas.openxmlformats.org/drawingml/2006/main">
            <a:rect l="l" t="t" r="r" b="b"/>
            <a:pathLst>
              <a:path w="639013" h="639013">
                <a:moveTo>
                  <a:pt x="0" y="0"/>
                </a:moveTo>
                <a:lnTo>
                  <a:pt x="639013" y="0"/>
                </a:lnTo>
                <a:lnTo>
                  <a:pt x="639013" y="639013"/>
                </a:lnTo>
                <a:lnTo>
                  <a:pt x="0" y="639013"/>
                </a:lnTo>
                <a:lnTo>
                  <a:pt x="0" y="0"/>
                </a:lnTo>
                <a:close/>
              </a:path>
            </a:pathLst>
          </a:custGeom>
          <a:blipFill xmlns:a="http://schemas.openxmlformats.org/drawingml/2006/main">
            <a:blip xmlns:r="http://schemas.openxmlformats.org/officeDocument/2006/relationships" r:embed="Rcece6f2ac9af4ba1">
              <a:extLst>
                <a:ext uri="{96DAC541-7B7A-43D3-8B79-37D633B846F1}">
                  <asvg:svgBlip xmlns:asvg="http://schemas.microsoft.com/office/drawing/2016/SVG/main" r:embed="Rb73da18e8d594038"/>
                </a:ext>
              </a:extLst>
            </a:blip>
            <a:stretch>
              <a:fillRect l="0" t="0" r="0" b="0"/>
            </a:stretch>
          </a:blipFill>
        </p:spPr>
      </p:sp>
      <p:sp>
        <p:nvSpPr>
          <p:cNvPr id="48" name="Freeform 48">
            <a:extLst xmlns:a="http://schemas.openxmlformats.org/drawingml/2006/main">
              <a:ext uri="{FF2B5EF4-FFF2-40B4-BE49-F238E27FC236}">
                <a16:creationId xmlns:a16="http://schemas.microsoft.com/office/drawing/2014/main" id="{D5027EF1-C1B5-4E7F-BDD5-FE928831F781}"/>
              </a:ext>
            </a:extLst>
          </p:cNvPr>
          <p:cNvSpPr>
            <a:spLocks xmlns:a="http://schemas.openxmlformats.org/drawingml/2006/main" noGrp="1"/>
          </p:cNvSpPr>
          <p:nvPr/>
        </p:nvSpPr>
        <p:spPr>
          <a:xfrm xmlns:a="http://schemas.openxmlformats.org/drawingml/2006/main" rot="0" flipH="0" flipV="0">
            <a:off x="14974290" y="3215592"/>
            <a:ext cx="666447" cy="666447"/>
          </a:xfrm>
          <a:custGeom xmlns:a="http://schemas.openxmlformats.org/drawingml/2006/main">
            <a:rect l="l" t="t" r="r" b="b"/>
            <a:pathLst>
              <a:path w="666447" h="666447">
                <a:moveTo>
                  <a:pt x="0" y="0"/>
                </a:moveTo>
                <a:lnTo>
                  <a:pt x="666447" y="0"/>
                </a:lnTo>
                <a:lnTo>
                  <a:pt x="666447" y="666447"/>
                </a:lnTo>
                <a:lnTo>
                  <a:pt x="0" y="666447"/>
                </a:lnTo>
                <a:lnTo>
                  <a:pt x="0" y="0"/>
                </a:lnTo>
                <a:close/>
              </a:path>
            </a:pathLst>
          </a:custGeom>
          <a:blipFill xmlns:a="http://schemas.openxmlformats.org/drawingml/2006/main">
            <a:blip xmlns:r="http://schemas.openxmlformats.org/officeDocument/2006/relationships" r:embed="Rfb7e21d430c84e7e">
              <a:extLst>
                <a:ext uri="{96DAC541-7B7A-43D3-8B79-37D633B846F1}">
                  <asvg:svgBlip xmlns:asvg="http://schemas.microsoft.com/office/drawing/2016/SVG/main" r:embed="R9ea31a11c2044edd"/>
                </a:ext>
              </a:extLst>
            </a:blip>
            <a:stretch>
              <a:fillRect l="0" t="0" r="0" b="0"/>
            </a:stretch>
          </a:blipFill>
        </p:spPr>
      </p:sp>
      <p:sp>
        <p:nvSpPr>
          <p:cNvPr id="49" name="Freeform 49">
            <a:extLst xmlns:a="http://schemas.openxmlformats.org/drawingml/2006/main">
              <a:ext uri="{FF2B5EF4-FFF2-40B4-BE49-F238E27FC236}">
                <a16:creationId xmlns:a16="http://schemas.microsoft.com/office/drawing/2014/main" id="{2D16EDE7-EFA7-4798-BAE4-4A3684A98FA7}"/>
              </a:ext>
            </a:extLst>
          </p:cNvPr>
          <p:cNvSpPr>
            <a:spLocks xmlns:a="http://schemas.openxmlformats.org/drawingml/2006/main" noGrp="1"/>
          </p:cNvSpPr>
          <p:nvPr/>
        </p:nvSpPr>
        <p:spPr>
          <a:xfrm xmlns:a="http://schemas.openxmlformats.org/drawingml/2006/main" rot="0" flipH="0" flipV="0">
            <a:off x="5721940" y="3201433"/>
            <a:ext cx="680606" cy="680606"/>
          </a:xfrm>
          <a:custGeom xmlns:a="http://schemas.openxmlformats.org/drawingml/2006/main">
            <a:rect l="l" t="t" r="r" b="b"/>
            <a:pathLst>
              <a:path w="680606" h="680606">
                <a:moveTo>
                  <a:pt x="0" y="0"/>
                </a:moveTo>
                <a:lnTo>
                  <a:pt x="680606" y="0"/>
                </a:lnTo>
                <a:lnTo>
                  <a:pt x="680606" y="680606"/>
                </a:lnTo>
                <a:lnTo>
                  <a:pt x="0" y="680606"/>
                </a:lnTo>
                <a:lnTo>
                  <a:pt x="0" y="0"/>
                </a:lnTo>
                <a:close/>
              </a:path>
            </a:pathLst>
          </a:custGeom>
          <a:blipFill xmlns:a="http://schemas.openxmlformats.org/drawingml/2006/main">
            <a:blip xmlns:r="http://schemas.openxmlformats.org/officeDocument/2006/relationships" r:embed="R3f5c36a3239148dc">
              <a:extLst>
                <a:ext uri="{96DAC541-7B7A-43D3-8B79-37D633B846F1}">
                  <asvg:svgBlip xmlns:asvg="http://schemas.microsoft.com/office/drawing/2016/SVG/main" r:embed="R40a50732949a4a81"/>
                </a:ext>
              </a:extLst>
            </a:blip>
            <a:stretch>
              <a:fillRect l="0" t="0" r="0" b="0"/>
            </a:stretch>
          </a:blipFill>
        </p:spPr>
      </p:sp>
      <p:sp>
        <p:nvSpPr>
          <p:cNvPr id="50" name="TextBox 50">
            <a:extLst xmlns:a="http://schemas.openxmlformats.org/drawingml/2006/main">
              <a:ext uri="{FF2B5EF4-FFF2-40B4-BE49-F238E27FC236}">
                <a16:creationId xmlns:a16="http://schemas.microsoft.com/office/drawing/2014/main" id="{D9F61E29-C149-4D36-837B-C3D18C700EAE}"/>
              </a:ext>
            </a:extLst>
          </p:cNvPr>
          <p:cNvSpPr>
            <a:spLocks xmlns:a="http://schemas.openxmlformats.org/drawingml/2006/main" noGrp="1"/>
          </p:cNvSpPr>
          <p:nvPr/>
        </p:nvSpPr>
        <p:spPr>
          <a:xfrm xmlns:a="http://schemas.openxmlformats.org/drawingml/2006/main" rot="0">
            <a:off x="4053312" y="981075"/>
            <a:ext cx="10181376"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450"/>
            </a:defPPr>
            <a:lvl1pPr>
              <a:defRPr sz="3450"/>
            </a:lvl1pPr>
            <a:lvl2pPr>
              <a:defRPr sz="3450"/>
            </a:lvl2pPr>
            <a:lvl3pPr>
              <a:defRPr sz="3450"/>
            </a:lvl3pPr>
            <a:lvl4pPr>
              <a:defRPr sz="3450"/>
            </a:lvl4pPr>
            <a:lvl5pPr>
              <a:defRPr sz="3450"/>
            </a:lvl5pPr>
            <a:lvl6pPr>
              <a:defRPr sz="3450"/>
            </a:lvl6pPr>
            <a:lvl7pPr>
              <a:defRPr sz="3450"/>
            </a:lvl7pPr>
            <a:lvl8pPr>
              <a:defRPr sz="3450"/>
            </a:lvl8pPr>
            <a:lvl9pPr>
              <a:defRPr sz="3450"/>
            </a:lvl9pPr>
          </a:lstStyle>
          <a:p xmlns:a="http://schemas.openxmlformats.org/drawingml/2006/main">
            <a:pPr algn="ctr">
              <a:lnSpc>
                <a:spcPts val="5040"/>
              </a:lnSpc>
              <a:spcBef>
                <a:spcPct val="0"/>
              </a:spcBef>
              <a:buNone/>
            </a:pPr>
            <a:r>
              <a:rPr sz="3450" b="1">
                <a:solidFill>
                  <a:srgbClr val="112F8D"/>
                </a:solidFill>
                <a:latin typeface="TT Fors Bold"/>
                <a:ea typeface="TT Fors Bold"/>
                <a:cs typeface="TT Fors Bold"/>
              </a:rPr>
              <a:t>Dataset dan Cakupan Training</a:t>
            </a:r>
          </a:p>
        </p:txBody>
      </p:sp>
      <p:sp>
        <p:nvSpPr>
          <p:cNvPr id="51" name="TextBox 51">
            <a:extLst xmlns:a="http://schemas.openxmlformats.org/drawingml/2006/main">
              <a:ext uri="{FF2B5EF4-FFF2-40B4-BE49-F238E27FC236}">
                <a16:creationId xmlns:a16="http://schemas.microsoft.com/office/drawing/2014/main" id="{08E0B632-6157-415A-855A-0759CDC7138F}"/>
              </a:ext>
            </a:extLst>
          </p:cNvPr>
          <p:cNvSpPr>
            <a:spLocks xmlns:a="http://schemas.openxmlformats.org/drawingml/2006/main" noGrp="1"/>
          </p:cNvSpPr>
          <p:nvPr/>
        </p:nvSpPr>
        <p:spPr>
          <a:xfrm xmlns:a="http://schemas.openxmlformats.org/drawingml/2006/main" rot="0">
            <a:off x="4053312" y="1738590"/>
            <a:ext cx="10181376"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875"/>
            </a:defPPr>
            <a:lvl1pPr>
              <a:defRPr sz="1875"/>
            </a:lvl1pPr>
            <a:lvl2pPr>
              <a:defRPr sz="1875"/>
            </a:lvl2pPr>
            <a:lvl3pPr>
              <a:defRPr sz="1875"/>
            </a:lvl3pPr>
            <a:lvl4pPr>
              <a:defRPr sz="1875"/>
            </a:lvl4pPr>
            <a:lvl5pPr>
              <a:defRPr sz="1875"/>
            </a:lvl5pPr>
            <a:lvl6pPr>
              <a:defRPr sz="1875"/>
            </a:lvl6pPr>
            <a:lvl7pPr>
              <a:defRPr sz="1875"/>
            </a:lvl7pPr>
            <a:lvl8pPr>
              <a:defRPr sz="1875"/>
            </a:lvl8pPr>
            <a:lvl9pPr>
              <a:defRPr sz="1875"/>
            </a:lvl9pPr>
          </a:lstStyle>
          <a:p xmlns:a="http://schemas.openxmlformats.org/drawingml/2006/main">
            <a:pPr algn="ctr">
              <a:lnSpc>
                <a:spcPts val="2940"/>
              </a:lnSpc>
              <a:spcBef>
                <a:spcPct val="0"/>
              </a:spcBef>
              <a:buNone/>
            </a:pPr>
            <a:r>
              <a:rPr sz="1875">
                <a:solidFill>
                  <a:srgbClr val="000000"/>
                </a:solidFill>
                <a:latin typeface="TT Fors"/>
                <a:ea typeface="TT Fors"/>
                <a:cs typeface="TT Fors"/>
              </a:rPr>
              <a:t>Tiga dataset; jumlah run dan kekuatan bukti tidak sama</a:t>
            </a:r>
          </a:p>
        </p:txBody>
      </p:sp>
      <p:sp>
        <p:nvSpPr>
          <p:cNvPr id="52" name="TextBox 52">
            <a:extLst xmlns:a="http://schemas.openxmlformats.org/drawingml/2006/main">
              <a:ext uri="{FF2B5EF4-FFF2-40B4-BE49-F238E27FC236}">
                <a16:creationId xmlns:a16="http://schemas.microsoft.com/office/drawing/2014/main" id="{8BA8AF3E-6948-4C2F-B179-94602938CE88}"/>
              </a:ext>
            </a:extLst>
          </p:cNvPr>
          <p:cNvSpPr>
            <a:spLocks xmlns:a="http://schemas.openxmlformats.org/drawingml/2006/main" noGrp="1"/>
          </p:cNvSpPr>
          <p:nvPr/>
        </p:nvSpPr>
        <p:spPr>
          <a:xfrm xmlns:a="http://schemas.openxmlformats.org/drawingml/2006/main" rot="0">
            <a:off x="1851901" y="7255510"/>
            <a:ext cx="2201410" cy="142176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22.363 user · 12.101 item · 198.502 interaksi; rata-rata sequence 8.9. Masing-masing model 3 seed.</a:t>
            </a:r>
          </a:p>
        </p:txBody>
      </p:sp>
      <p:sp>
        <p:nvSpPr>
          <p:cNvPr id="53" name="TextBox 53">
            <a:extLst xmlns:a="http://schemas.openxmlformats.org/drawingml/2006/main">
              <a:ext uri="{FF2B5EF4-FFF2-40B4-BE49-F238E27FC236}">
                <a16:creationId xmlns:a16="http://schemas.microsoft.com/office/drawing/2014/main" id="{7B7E0A96-F90C-4530-BAD8-19E06FBF5235}"/>
              </a:ext>
            </a:extLst>
          </p:cNvPr>
          <p:cNvSpPr>
            <a:spLocks xmlns:a="http://schemas.openxmlformats.org/drawingml/2006/main" noGrp="1"/>
          </p:cNvSpPr>
          <p:nvPr/>
        </p:nvSpPr>
        <p:spPr>
          <a:xfrm xmlns:a="http://schemas.openxmlformats.org/drawingml/2006/main" rot="0">
            <a:off x="4961538" y="7255510"/>
            <a:ext cx="2201410" cy="113741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1.090 user · 3.646 artis · 52.551 interaksi; rata-rata sequence 48.2. Mapping dan sequence lolos audit.</a:t>
            </a:r>
          </a:p>
        </p:txBody>
      </p:sp>
      <p:sp>
        <p:nvSpPr>
          <p:cNvPr id="54" name="TextBox 54">
            <a:extLst xmlns:a="http://schemas.openxmlformats.org/drawingml/2006/main">
              <a:ext uri="{FF2B5EF4-FFF2-40B4-BE49-F238E27FC236}">
                <a16:creationId xmlns:a16="http://schemas.microsoft.com/office/drawing/2014/main" id="{E2ED3316-695F-421A-B8B7-98C35D8CC4CF}"/>
              </a:ext>
            </a:extLst>
          </p:cNvPr>
          <p:cNvSpPr>
            <a:spLocks xmlns:a="http://schemas.openxmlformats.org/drawingml/2006/main" noGrp="1"/>
          </p:cNvSpPr>
          <p:nvPr/>
        </p:nvSpPr>
        <p:spPr>
          <a:xfrm xmlns:a="http://schemas.openxmlformats.org/drawingml/2006/main" rot="0">
            <a:off x="1851901" y="6815455"/>
            <a:ext cx="2201410"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Beauty</a:t>
            </a:r>
          </a:p>
        </p:txBody>
      </p:sp>
      <p:sp>
        <p:nvSpPr>
          <p:cNvPr id="55" name="TextBox 55">
            <a:extLst xmlns:a="http://schemas.openxmlformats.org/drawingml/2006/main">
              <a:ext uri="{FF2B5EF4-FFF2-40B4-BE49-F238E27FC236}">
                <a16:creationId xmlns:a16="http://schemas.microsoft.com/office/drawing/2014/main" id="{CBAD1025-702A-44CD-B6D2-F8A9C6B381BC}"/>
              </a:ext>
            </a:extLst>
          </p:cNvPr>
          <p:cNvSpPr>
            <a:spLocks xmlns:a="http://schemas.openxmlformats.org/drawingml/2006/main" noGrp="1"/>
          </p:cNvSpPr>
          <p:nvPr/>
        </p:nvSpPr>
        <p:spPr>
          <a:xfrm xmlns:a="http://schemas.openxmlformats.org/drawingml/2006/main" rot="0">
            <a:off x="4961538" y="6815455"/>
            <a:ext cx="2201410"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LastFM</a:t>
            </a:r>
          </a:p>
        </p:txBody>
      </p:sp>
      <p:sp>
        <p:nvSpPr>
          <p:cNvPr id="56" name="TextBox 56">
            <a:extLst xmlns:a="http://schemas.openxmlformats.org/drawingml/2006/main">
              <a:ext uri="{FF2B5EF4-FFF2-40B4-BE49-F238E27FC236}">
                <a16:creationId xmlns:a16="http://schemas.microsoft.com/office/drawing/2014/main" id="{8AADE941-01E7-4CE8-955A-7A4C3562A597}"/>
              </a:ext>
            </a:extLst>
          </p:cNvPr>
          <p:cNvSpPr>
            <a:spLocks xmlns:a="http://schemas.openxmlformats.org/drawingml/2006/main" noGrp="1"/>
          </p:cNvSpPr>
          <p:nvPr/>
        </p:nvSpPr>
        <p:spPr>
          <a:xfrm xmlns:a="http://schemas.openxmlformats.org/drawingml/2006/main" rot="0">
            <a:off x="8043295" y="7255510"/>
            <a:ext cx="2201410" cy="113741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6.041 user · 3.417 item · 999.611 interaksi; rata-rata sequence 165.5. Hasil partner hanya seed 42.</a:t>
            </a:r>
          </a:p>
        </p:txBody>
      </p:sp>
      <p:sp>
        <p:nvSpPr>
          <p:cNvPr id="57" name="TextBox 57">
            <a:extLst xmlns:a="http://schemas.openxmlformats.org/drawingml/2006/main">
              <a:ext uri="{FF2B5EF4-FFF2-40B4-BE49-F238E27FC236}">
                <a16:creationId xmlns:a16="http://schemas.microsoft.com/office/drawing/2014/main" id="{EDA1C13A-A4E2-488D-91AA-9D46C39394E9}"/>
              </a:ext>
            </a:extLst>
          </p:cNvPr>
          <p:cNvSpPr>
            <a:spLocks xmlns:a="http://schemas.openxmlformats.org/drawingml/2006/main" noGrp="1"/>
          </p:cNvSpPr>
          <p:nvPr/>
        </p:nvSpPr>
        <p:spPr>
          <a:xfrm xmlns:a="http://schemas.openxmlformats.org/drawingml/2006/main" rot="0">
            <a:off x="8043295" y="6815455"/>
            <a:ext cx="2201410"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ML-1M</a:t>
            </a:r>
          </a:p>
        </p:txBody>
      </p:sp>
      <p:sp>
        <p:nvSpPr>
          <p:cNvPr id="58" name="TextBox 58">
            <a:extLst xmlns:a="http://schemas.openxmlformats.org/drawingml/2006/main">
              <a:ext uri="{FF2B5EF4-FFF2-40B4-BE49-F238E27FC236}">
                <a16:creationId xmlns:a16="http://schemas.microsoft.com/office/drawing/2014/main" id="{BE08ABD8-7D28-42B9-AFB6-1C29172502DA}"/>
              </a:ext>
            </a:extLst>
          </p:cNvPr>
          <p:cNvSpPr>
            <a:spLocks xmlns:a="http://schemas.openxmlformats.org/drawingml/2006/main" noGrp="1"/>
          </p:cNvSpPr>
          <p:nvPr/>
        </p:nvSpPr>
        <p:spPr>
          <a:xfrm xmlns:a="http://schemas.openxmlformats.org/drawingml/2006/main" rot="0">
            <a:off x="11125052" y="7255510"/>
            <a:ext cx="2201410" cy="113741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Beauty dan LastFM: 6 run per dataset (2 model × 3 seed); konfigurasi worker LastFM dicatat.</a:t>
            </a:r>
          </a:p>
        </p:txBody>
      </p:sp>
      <p:sp>
        <p:nvSpPr>
          <p:cNvPr id="59" name="TextBox 59">
            <a:extLst xmlns:a="http://schemas.openxmlformats.org/drawingml/2006/main">
              <a:ext uri="{FF2B5EF4-FFF2-40B4-BE49-F238E27FC236}">
                <a16:creationId xmlns:a16="http://schemas.microsoft.com/office/drawing/2014/main" id="{D502160C-AC23-46DF-A2E1-349DED24280B}"/>
              </a:ext>
            </a:extLst>
          </p:cNvPr>
          <p:cNvSpPr>
            <a:spLocks xmlns:a="http://schemas.openxmlformats.org/drawingml/2006/main" noGrp="1"/>
          </p:cNvSpPr>
          <p:nvPr/>
        </p:nvSpPr>
        <p:spPr>
          <a:xfrm xmlns:a="http://schemas.openxmlformats.org/drawingml/2006/main" rot="0">
            <a:off x="11125052" y="6815455"/>
            <a:ext cx="2201410"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Multi-seed</a:t>
            </a:r>
          </a:p>
        </p:txBody>
      </p:sp>
      <p:sp>
        <p:nvSpPr>
          <p:cNvPr id="60" name="TextBox 60">
            <a:extLst xmlns:a="http://schemas.openxmlformats.org/drawingml/2006/main">
              <a:ext uri="{FF2B5EF4-FFF2-40B4-BE49-F238E27FC236}">
                <a16:creationId xmlns:a16="http://schemas.microsoft.com/office/drawing/2014/main" id="{ED761BB6-2A23-4C34-9918-DA354373CC19}"/>
              </a:ext>
            </a:extLst>
          </p:cNvPr>
          <p:cNvSpPr>
            <a:spLocks xmlns:a="http://schemas.openxmlformats.org/drawingml/2006/main" noGrp="1"/>
          </p:cNvSpPr>
          <p:nvPr/>
        </p:nvSpPr>
        <p:spPr>
          <a:xfrm xmlns:a="http://schemas.openxmlformats.org/drawingml/2006/main" rot="0">
            <a:off x="14090367" y="7255510"/>
            <a:ext cx="2434293" cy="113741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Bandingkan hasil dengan Table 2; Table 6 dipakai hanya untuk memeriksa hyperparameter.</a:t>
            </a:r>
          </a:p>
        </p:txBody>
      </p:sp>
      <p:sp>
        <p:nvSpPr>
          <p:cNvPr id="61" name="TextBox 61">
            <a:extLst xmlns:a="http://schemas.openxmlformats.org/drawingml/2006/main">
              <a:ext uri="{FF2B5EF4-FFF2-40B4-BE49-F238E27FC236}">
                <a16:creationId xmlns:a16="http://schemas.microsoft.com/office/drawing/2014/main" id="{92109EC1-1492-4ADF-915E-AB24FF9E6024}"/>
              </a:ext>
            </a:extLst>
          </p:cNvPr>
          <p:cNvSpPr>
            <a:spLocks xmlns:a="http://schemas.openxmlformats.org/drawingml/2006/main" noGrp="1"/>
          </p:cNvSpPr>
          <p:nvPr/>
        </p:nvSpPr>
        <p:spPr>
          <a:xfrm xmlns:a="http://schemas.openxmlformats.org/drawingml/2006/main" rot="0">
            <a:off x="14206808" y="6815455"/>
            <a:ext cx="2201410"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Batas Klaim</a:t>
            </a:r>
          </a:p>
        </p:txBody>
      </p:sp>
      <p:sp>
        <p:nvSpPr>
          <p:cNvPr id="62" name="TextBox 62">
            <a:extLst xmlns:a="http://schemas.openxmlformats.org/drawingml/2006/main">
              <a:ext uri="{FF2B5EF4-FFF2-40B4-BE49-F238E27FC236}">
                <a16:creationId xmlns:a16="http://schemas.microsoft.com/office/drawing/2014/main" id="{EEDEFFA1-086D-4F55-A707-921FF0BB6B2E}"/>
              </a:ext>
            </a:extLst>
          </p:cNvPr>
          <p:cNvSpPr>
            <a:spLocks xmlns:a="http://schemas.openxmlformats.org/drawingml/2006/main" noGrp="1"/>
          </p:cNvSpPr>
          <p:nvPr/>
        </p:nvSpPr>
        <p:spPr>
          <a:xfrm xmlns:a="http://schemas.openxmlformats.org/drawingml/2006/main" rot="0">
            <a:off x="2218803" y="5990282"/>
            <a:ext cx="1467607" cy="5740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999" b="1">
                <a:solidFill>
                  <a:srgbClr val="112F8D"/>
                </a:solidFill>
                <a:latin typeface="TT Fors Bold"/>
                <a:ea typeface="TT Fors Bold"/>
                <a:cs typeface="TT Fors Bold"/>
              </a:rPr>
              <a:t>01</a:t>
            </a:r>
          </a:p>
        </p:txBody>
      </p:sp>
      <p:sp>
        <p:nvSpPr>
          <p:cNvPr id="63" name="TextBox 63">
            <a:extLst xmlns:a="http://schemas.openxmlformats.org/drawingml/2006/main">
              <a:ext uri="{FF2B5EF4-FFF2-40B4-BE49-F238E27FC236}">
                <a16:creationId xmlns:a16="http://schemas.microsoft.com/office/drawing/2014/main" id="{C15EDE83-5F9D-4D8B-8E2A-E3521EA7F681}"/>
              </a:ext>
            </a:extLst>
          </p:cNvPr>
          <p:cNvSpPr>
            <a:spLocks xmlns:a="http://schemas.openxmlformats.org/drawingml/2006/main" noGrp="1"/>
          </p:cNvSpPr>
          <p:nvPr/>
        </p:nvSpPr>
        <p:spPr>
          <a:xfrm xmlns:a="http://schemas.openxmlformats.org/drawingml/2006/main" rot="0">
            <a:off x="5328440" y="5990282"/>
            <a:ext cx="1467607" cy="5740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999" b="1">
                <a:solidFill>
                  <a:srgbClr val="3E6398"/>
                </a:solidFill>
                <a:latin typeface="TT Fors Bold"/>
                <a:ea typeface="TT Fors Bold"/>
                <a:cs typeface="TT Fors Bold"/>
              </a:rPr>
              <a:t>02</a:t>
            </a:r>
          </a:p>
        </p:txBody>
      </p:sp>
      <p:sp>
        <p:nvSpPr>
          <p:cNvPr id="64" name="TextBox 64">
            <a:extLst xmlns:a="http://schemas.openxmlformats.org/drawingml/2006/main">
              <a:ext uri="{FF2B5EF4-FFF2-40B4-BE49-F238E27FC236}">
                <a16:creationId xmlns:a16="http://schemas.microsoft.com/office/drawing/2014/main" id="{0C55F01B-A175-43A5-B2E3-4E10DEB6CBB6}"/>
              </a:ext>
            </a:extLst>
          </p:cNvPr>
          <p:cNvSpPr>
            <a:spLocks xmlns:a="http://schemas.openxmlformats.org/drawingml/2006/main" noGrp="1"/>
          </p:cNvSpPr>
          <p:nvPr/>
        </p:nvSpPr>
        <p:spPr>
          <a:xfrm xmlns:a="http://schemas.openxmlformats.org/drawingml/2006/main" rot="0">
            <a:off x="8438076" y="5990282"/>
            <a:ext cx="1467607" cy="5740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999" b="1">
                <a:solidFill>
                  <a:srgbClr val="BEC8DA"/>
                </a:solidFill>
                <a:latin typeface="TT Fors Bold"/>
                <a:ea typeface="TT Fors Bold"/>
                <a:cs typeface="TT Fors Bold"/>
              </a:rPr>
              <a:t>03</a:t>
            </a:r>
          </a:p>
        </p:txBody>
      </p:sp>
      <p:sp>
        <p:nvSpPr>
          <p:cNvPr id="65" name="TextBox 65">
            <a:extLst xmlns:a="http://schemas.openxmlformats.org/drawingml/2006/main">
              <a:ext uri="{FF2B5EF4-FFF2-40B4-BE49-F238E27FC236}">
                <a16:creationId xmlns:a16="http://schemas.microsoft.com/office/drawing/2014/main" id="{12D78805-2763-45B1-AE94-77FC4685742B}"/>
              </a:ext>
            </a:extLst>
          </p:cNvPr>
          <p:cNvSpPr>
            <a:spLocks xmlns:a="http://schemas.openxmlformats.org/drawingml/2006/main" noGrp="1"/>
          </p:cNvSpPr>
          <p:nvPr/>
        </p:nvSpPr>
        <p:spPr>
          <a:xfrm xmlns:a="http://schemas.openxmlformats.org/drawingml/2006/main" rot="0">
            <a:off x="11547713" y="5990282"/>
            <a:ext cx="1467607" cy="5740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999" b="1">
                <a:solidFill>
                  <a:srgbClr val="F68D56"/>
                </a:solidFill>
                <a:latin typeface="TT Fors Bold"/>
                <a:ea typeface="TT Fors Bold"/>
                <a:cs typeface="TT Fors Bold"/>
              </a:rPr>
              <a:t>04</a:t>
            </a:r>
          </a:p>
        </p:txBody>
      </p:sp>
      <p:sp>
        <p:nvSpPr>
          <p:cNvPr id="66" name="TextBox 66">
            <a:extLst xmlns:a="http://schemas.openxmlformats.org/drawingml/2006/main">
              <a:ext uri="{FF2B5EF4-FFF2-40B4-BE49-F238E27FC236}">
                <a16:creationId xmlns:a16="http://schemas.microsoft.com/office/drawing/2014/main" id="{47E2A9B2-CE51-417F-8BBE-A499F78FE701}"/>
              </a:ext>
            </a:extLst>
          </p:cNvPr>
          <p:cNvSpPr>
            <a:spLocks xmlns:a="http://schemas.openxmlformats.org/drawingml/2006/main" noGrp="1"/>
          </p:cNvSpPr>
          <p:nvPr/>
        </p:nvSpPr>
        <p:spPr>
          <a:xfrm xmlns:a="http://schemas.openxmlformats.org/drawingml/2006/main" rot="0">
            <a:off x="14657350" y="5990282"/>
            <a:ext cx="1467607" cy="5740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79"/>
              </a:lnSpc>
              <a:buNone/>
            </a:pPr>
            <a:r>
              <a:rPr sz="3999" b="1">
                <a:solidFill>
                  <a:srgbClr val="E7DED6"/>
                </a:solidFill>
                <a:latin typeface="TT Fors Bold"/>
                <a:ea typeface="TT Fors Bold"/>
                <a:cs typeface="TT Fors Bold"/>
              </a:rPr>
              <a:t>05</a:t>
            </a:r>
          </a:p>
        </p:txBody>
      </p:sp>
    </p:spTree>
    <p:extLst>
      <p:ext uri="{BB962C8B-B14F-4D97-AF65-F5344CB8AC3E}">
        <p14:creationId xmlns:p14="http://schemas.microsoft.com/office/powerpoint/2010/main" val="1356824125"/>
      </p:ext>
    </p:extLst>
  </p:cSld>
</p:sld>
</file>

<file path=ppt/slides/slide4.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58EAEA0-C9F2-469B-B877-3915F21E9977}"/>
              </a:ext>
            </a:extLst>
          </p:cNvPr>
          <p:cNvSpPr>
            <a:spLocks xmlns:a="http://schemas.openxmlformats.org/drawingml/2006/main" noGrp="1"/>
          </p:cNvSpPr>
          <p:nvPr/>
        </p:nvSpPr>
        <p:spPr>
          <a:xfrm xmlns:a="http://schemas.openxmlformats.org/drawingml/2006/main" rot="0" flipH="0" flipV="0">
            <a:off x="933450" y="0"/>
            <a:ext cx="2045299" cy="8299079"/>
          </a:xfrm>
          <a:custGeom xmlns:a="http://schemas.openxmlformats.org/drawingml/2006/main">
            <a:rect l="l" t="t" r="r" b="b"/>
            <a:pathLst>
              <a:path w="1148238" h="4659132">
                <a:moveTo>
                  <a:pt x="574119" y="4659132"/>
                </a:moveTo>
                <a:lnTo>
                  <a:pt x="0" y="4252732"/>
                </a:lnTo>
                <a:lnTo>
                  <a:pt x="203200" y="4252732"/>
                </a:lnTo>
                <a:lnTo>
                  <a:pt x="203200" y="0"/>
                </a:lnTo>
                <a:lnTo>
                  <a:pt x="945038" y="0"/>
                </a:lnTo>
                <a:lnTo>
                  <a:pt x="945038" y="4252732"/>
                </a:lnTo>
                <a:lnTo>
                  <a:pt x="1148238" y="4252732"/>
                </a:lnTo>
                <a:lnTo>
                  <a:pt x="574119" y="4659132"/>
                </a:lnTo>
                <a:close/>
              </a:path>
            </a:pathLst>
          </a:custGeom>
          <a:solidFill xmlns:a="http://schemas.openxmlformats.org/drawingml/2006/main">
            <a:srgbClr val="E8DED6"/>
          </a:solidFill>
        </p:spPr>
      </p:sp>
      <p:sp>
        <p:nvSpPr>
          <p:cNvPr id="4" name="TextBox 4">
            <a:extLst xmlns:a="http://schemas.openxmlformats.org/drawingml/2006/main">
              <a:ext uri="{FF2B5EF4-FFF2-40B4-BE49-F238E27FC236}">
                <a16:creationId xmlns:a16="http://schemas.microsoft.com/office/drawing/2014/main" id="{3E541B8D-997E-4F73-A583-A4799A83BAC4}"/>
              </a:ext>
            </a:extLst>
          </p:cNvPr>
          <p:cNvSpPr>
            <a:spLocks xmlns:a="http://schemas.openxmlformats.org/drawingml/2006/main" noGrp="1"/>
          </p:cNvSpPr>
          <p:nvPr/>
        </p:nvSpPr>
        <p:spPr>
          <a:xfrm xmlns:a="http://schemas.openxmlformats.org/drawingml/2006/main" rot="0" flipH="0" flipV="0">
            <a:off x="1295400" y="-67865"/>
            <a:ext cx="1321398" cy="818596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6" name="Freeform 6">
            <a:extLst xmlns:a="http://schemas.openxmlformats.org/drawingml/2006/main">
              <a:ext uri="{FF2B5EF4-FFF2-40B4-BE49-F238E27FC236}">
                <a16:creationId xmlns:a16="http://schemas.microsoft.com/office/drawing/2014/main" id="{F25908CE-0A2A-4957-8262-A97EBEB36036}"/>
              </a:ext>
            </a:extLst>
          </p:cNvPr>
          <p:cNvSpPr>
            <a:spLocks xmlns:a="http://schemas.openxmlformats.org/drawingml/2006/main" noGrp="1"/>
          </p:cNvSpPr>
          <p:nvPr/>
        </p:nvSpPr>
        <p:spPr>
          <a:xfrm xmlns:a="http://schemas.openxmlformats.org/drawingml/2006/main" rot="0" flipH="0" flipV="0">
            <a:off x="2596850" y="0"/>
            <a:ext cx="2045299" cy="7367309"/>
          </a:xfrm>
          <a:custGeom xmlns:a="http://schemas.openxmlformats.org/drawingml/2006/main">
            <a:rect l="l" t="t" r="r" b="b"/>
            <a:pathLst>
              <a:path w="1148238" h="4136033">
                <a:moveTo>
                  <a:pt x="574119" y="4136033"/>
                </a:moveTo>
                <a:lnTo>
                  <a:pt x="0" y="3729633"/>
                </a:lnTo>
                <a:lnTo>
                  <a:pt x="203200" y="3729633"/>
                </a:lnTo>
                <a:lnTo>
                  <a:pt x="203200" y="0"/>
                </a:lnTo>
                <a:lnTo>
                  <a:pt x="945038" y="0"/>
                </a:lnTo>
                <a:lnTo>
                  <a:pt x="945038" y="3729633"/>
                </a:lnTo>
                <a:lnTo>
                  <a:pt x="1148238" y="3729633"/>
                </a:lnTo>
                <a:lnTo>
                  <a:pt x="574119" y="4136033"/>
                </a:lnTo>
                <a:close/>
              </a:path>
            </a:pathLst>
          </a:custGeom>
          <a:solidFill xmlns:a="http://schemas.openxmlformats.org/drawingml/2006/main">
            <a:srgbClr val="F68D55"/>
          </a:solidFill>
        </p:spPr>
      </p:sp>
      <p:sp>
        <p:nvSpPr>
          <p:cNvPr id="7" name="TextBox 7">
            <a:extLst xmlns:a="http://schemas.openxmlformats.org/drawingml/2006/main">
              <a:ext uri="{FF2B5EF4-FFF2-40B4-BE49-F238E27FC236}">
                <a16:creationId xmlns:a16="http://schemas.microsoft.com/office/drawing/2014/main" id="{E6229D4A-73A2-4180-9C86-5856DE3E6615}"/>
              </a:ext>
            </a:extLst>
          </p:cNvPr>
          <p:cNvSpPr>
            <a:spLocks xmlns:a="http://schemas.openxmlformats.org/drawingml/2006/main" noGrp="1"/>
          </p:cNvSpPr>
          <p:nvPr/>
        </p:nvSpPr>
        <p:spPr>
          <a:xfrm xmlns:a="http://schemas.openxmlformats.org/drawingml/2006/main" rot="0" flipH="0" flipV="0">
            <a:off x="2958800" y="-67865"/>
            <a:ext cx="1321398" cy="725419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9" name="Freeform 9">
            <a:extLst xmlns:a="http://schemas.openxmlformats.org/drawingml/2006/main">
              <a:ext uri="{FF2B5EF4-FFF2-40B4-BE49-F238E27FC236}">
                <a16:creationId xmlns:a16="http://schemas.microsoft.com/office/drawing/2014/main" id="{B9783AFE-F0F4-4591-B5FF-C5A3A4B16BD4}"/>
              </a:ext>
            </a:extLst>
          </p:cNvPr>
          <p:cNvSpPr>
            <a:spLocks xmlns:a="http://schemas.openxmlformats.org/drawingml/2006/main" noGrp="1"/>
          </p:cNvSpPr>
          <p:nvPr/>
        </p:nvSpPr>
        <p:spPr>
          <a:xfrm xmlns:a="http://schemas.openxmlformats.org/drawingml/2006/main" rot="0" flipH="0" flipV="0">
            <a:off x="4336451" y="0"/>
            <a:ext cx="2045299" cy="6435540"/>
          </a:xfrm>
          <a:custGeom xmlns:a="http://schemas.openxmlformats.org/drawingml/2006/main">
            <a:rect l="l" t="t" r="r" b="b"/>
            <a:pathLst>
              <a:path w="1148238" h="3612935">
                <a:moveTo>
                  <a:pt x="574119" y="3612935"/>
                </a:moveTo>
                <a:lnTo>
                  <a:pt x="0" y="3206534"/>
                </a:lnTo>
                <a:lnTo>
                  <a:pt x="203200" y="3206534"/>
                </a:lnTo>
                <a:lnTo>
                  <a:pt x="203200" y="0"/>
                </a:lnTo>
                <a:lnTo>
                  <a:pt x="945038" y="0"/>
                </a:lnTo>
                <a:lnTo>
                  <a:pt x="945038" y="3206534"/>
                </a:lnTo>
                <a:lnTo>
                  <a:pt x="1148238" y="3206534"/>
                </a:lnTo>
                <a:lnTo>
                  <a:pt x="574119" y="3612935"/>
                </a:lnTo>
                <a:close/>
              </a:path>
            </a:pathLst>
          </a:custGeom>
          <a:solidFill xmlns:a="http://schemas.openxmlformats.org/drawingml/2006/main">
            <a:srgbClr val="BEC8DA"/>
          </a:solidFill>
        </p:spPr>
      </p:sp>
      <p:sp>
        <p:nvSpPr>
          <p:cNvPr id="10" name="TextBox 10">
            <a:extLst xmlns:a="http://schemas.openxmlformats.org/drawingml/2006/main">
              <a:ext uri="{FF2B5EF4-FFF2-40B4-BE49-F238E27FC236}">
                <a16:creationId xmlns:a16="http://schemas.microsoft.com/office/drawing/2014/main" id="{90559E26-568C-4A47-9CF5-AF706E8442D7}"/>
              </a:ext>
            </a:extLst>
          </p:cNvPr>
          <p:cNvSpPr>
            <a:spLocks xmlns:a="http://schemas.openxmlformats.org/drawingml/2006/main" noGrp="1"/>
          </p:cNvSpPr>
          <p:nvPr/>
        </p:nvSpPr>
        <p:spPr>
          <a:xfrm xmlns:a="http://schemas.openxmlformats.org/drawingml/2006/main" rot="0" flipH="0" flipV="0">
            <a:off x="4698401" y="-67865"/>
            <a:ext cx="1321398" cy="632242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2" name="Freeform 12">
            <a:extLst xmlns:a="http://schemas.openxmlformats.org/drawingml/2006/main">
              <a:ext uri="{FF2B5EF4-FFF2-40B4-BE49-F238E27FC236}">
                <a16:creationId xmlns:a16="http://schemas.microsoft.com/office/drawing/2014/main" id="{E83FE903-2410-42B6-8B83-9FEB0EF2D588}"/>
              </a:ext>
            </a:extLst>
          </p:cNvPr>
          <p:cNvSpPr>
            <a:spLocks xmlns:a="http://schemas.openxmlformats.org/drawingml/2006/main" noGrp="1"/>
          </p:cNvSpPr>
          <p:nvPr/>
        </p:nvSpPr>
        <p:spPr>
          <a:xfrm xmlns:a="http://schemas.openxmlformats.org/drawingml/2006/main" rot="0" flipH="0" flipV="0">
            <a:off x="5954669" y="0"/>
            <a:ext cx="2045299" cy="5503770"/>
          </a:xfrm>
          <a:custGeom xmlns:a="http://schemas.openxmlformats.org/drawingml/2006/main">
            <a:rect l="l" t="t" r="r" b="b"/>
            <a:pathLst>
              <a:path w="1148238" h="3089836">
                <a:moveTo>
                  <a:pt x="574119" y="3089836"/>
                </a:moveTo>
                <a:lnTo>
                  <a:pt x="0" y="2683436"/>
                </a:lnTo>
                <a:lnTo>
                  <a:pt x="203200" y="2683436"/>
                </a:lnTo>
                <a:lnTo>
                  <a:pt x="203200" y="0"/>
                </a:lnTo>
                <a:lnTo>
                  <a:pt x="945038" y="0"/>
                </a:lnTo>
                <a:lnTo>
                  <a:pt x="945038" y="2683436"/>
                </a:lnTo>
                <a:lnTo>
                  <a:pt x="1148238" y="2683436"/>
                </a:lnTo>
                <a:lnTo>
                  <a:pt x="574119" y="3089836"/>
                </a:lnTo>
                <a:close/>
              </a:path>
            </a:pathLst>
          </a:custGeom>
          <a:solidFill xmlns:a="http://schemas.openxmlformats.org/drawingml/2006/main">
            <a:srgbClr val="3C6198"/>
          </a:solidFill>
        </p:spPr>
      </p:sp>
      <p:sp>
        <p:nvSpPr>
          <p:cNvPr id="13" name="TextBox 13">
            <a:extLst xmlns:a="http://schemas.openxmlformats.org/drawingml/2006/main">
              <a:ext uri="{FF2B5EF4-FFF2-40B4-BE49-F238E27FC236}">
                <a16:creationId xmlns:a16="http://schemas.microsoft.com/office/drawing/2014/main" id="{ADCE3D6B-3D66-4D10-B4AD-7E6A0D0F56AA}"/>
              </a:ext>
            </a:extLst>
          </p:cNvPr>
          <p:cNvSpPr>
            <a:spLocks xmlns:a="http://schemas.openxmlformats.org/drawingml/2006/main" noGrp="1"/>
          </p:cNvSpPr>
          <p:nvPr/>
        </p:nvSpPr>
        <p:spPr>
          <a:xfrm xmlns:a="http://schemas.openxmlformats.org/drawingml/2006/main" rot="0" flipH="0" flipV="0">
            <a:off x="6316619" y="-67865"/>
            <a:ext cx="1321398" cy="53906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5" name="Freeform 15">
            <a:extLst xmlns:a="http://schemas.openxmlformats.org/drawingml/2006/main">
              <a:ext uri="{FF2B5EF4-FFF2-40B4-BE49-F238E27FC236}">
                <a16:creationId xmlns:a16="http://schemas.microsoft.com/office/drawing/2014/main" id="{1FE2AD45-C054-4556-A60A-2D1F389C55FE}"/>
              </a:ext>
            </a:extLst>
          </p:cNvPr>
          <p:cNvSpPr>
            <a:spLocks xmlns:a="http://schemas.openxmlformats.org/drawingml/2006/main" noGrp="1"/>
          </p:cNvSpPr>
          <p:nvPr/>
        </p:nvSpPr>
        <p:spPr>
          <a:xfrm xmlns:a="http://schemas.openxmlformats.org/drawingml/2006/main" rot="0" flipH="0" flipV="0">
            <a:off x="7656170" y="0"/>
            <a:ext cx="2045299" cy="4572000"/>
          </a:xfrm>
          <a:custGeom xmlns:a="http://schemas.openxmlformats.org/drawingml/2006/main">
            <a:rect l="l" t="t" r="r" b="b"/>
            <a:pathLst>
              <a:path w="1148238" h="2566737">
                <a:moveTo>
                  <a:pt x="574119" y="2566737"/>
                </a:moveTo>
                <a:lnTo>
                  <a:pt x="0" y="2160337"/>
                </a:lnTo>
                <a:lnTo>
                  <a:pt x="203200" y="2160337"/>
                </a:lnTo>
                <a:lnTo>
                  <a:pt x="203200" y="0"/>
                </a:lnTo>
                <a:lnTo>
                  <a:pt x="945038" y="0"/>
                </a:lnTo>
                <a:lnTo>
                  <a:pt x="945038" y="2160337"/>
                </a:lnTo>
                <a:lnTo>
                  <a:pt x="1148238" y="2160337"/>
                </a:lnTo>
                <a:lnTo>
                  <a:pt x="574119" y="2566737"/>
                </a:lnTo>
                <a:close/>
              </a:path>
            </a:pathLst>
          </a:custGeom>
          <a:solidFill xmlns:a="http://schemas.openxmlformats.org/drawingml/2006/main">
            <a:srgbClr val="122359"/>
          </a:solidFill>
        </p:spPr>
      </p:sp>
      <p:sp>
        <p:nvSpPr>
          <p:cNvPr id="16" name="TextBox 16">
            <a:extLst xmlns:a="http://schemas.openxmlformats.org/drawingml/2006/main">
              <a:ext uri="{FF2B5EF4-FFF2-40B4-BE49-F238E27FC236}">
                <a16:creationId xmlns:a16="http://schemas.microsoft.com/office/drawing/2014/main" id="{222C40B6-E4A5-40BA-B495-A7A3F9F87AA2}"/>
              </a:ext>
            </a:extLst>
          </p:cNvPr>
          <p:cNvSpPr>
            <a:spLocks xmlns:a="http://schemas.openxmlformats.org/drawingml/2006/main" noGrp="1"/>
          </p:cNvSpPr>
          <p:nvPr/>
        </p:nvSpPr>
        <p:spPr>
          <a:xfrm xmlns:a="http://schemas.openxmlformats.org/drawingml/2006/main" rot="0" flipH="0" flipV="0">
            <a:off x="8018120" y="-67865"/>
            <a:ext cx="1321398" cy="445889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8" name="Freeform 18">
            <a:extLst xmlns:a="http://schemas.openxmlformats.org/drawingml/2006/main">
              <a:ext uri="{FF2B5EF4-FFF2-40B4-BE49-F238E27FC236}">
                <a16:creationId xmlns:a16="http://schemas.microsoft.com/office/drawing/2014/main" id="{654D57F9-77DD-4038-9996-396D045FAB69}"/>
              </a:ext>
            </a:extLst>
          </p:cNvPr>
          <p:cNvSpPr>
            <a:spLocks xmlns:a="http://schemas.openxmlformats.org/drawingml/2006/main" noGrp="1"/>
          </p:cNvSpPr>
          <p:nvPr/>
        </p:nvSpPr>
        <p:spPr>
          <a:xfrm xmlns:a="http://schemas.openxmlformats.org/drawingml/2006/main" rot="0" flipH="0" flipV="0">
            <a:off x="3467100" y="8375675"/>
            <a:ext cx="157072" cy="892902"/>
          </a:xfrm>
          <a:custGeom xmlns:a="http://schemas.openxmlformats.org/drawingml/2006/main">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xmlns:a="http://schemas.openxmlformats.org/drawingml/2006/main">
            <a:srgbClr val="E8DED6"/>
          </a:solidFill>
          <a:ln xmlns:a="http://schemas.openxmlformats.org/drawingml/2006/main" cap="rnd">
            <a:noFill/>
            <a:prstDash val="solid"/>
            <a:round/>
          </a:ln>
        </p:spPr>
      </p:sp>
      <p:sp>
        <p:nvSpPr>
          <p:cNvPr id="19" name="TextBox 19">
            <a:extLst xmlns:a="http://schemas.openxmlformats.org/drawingml/2006/main">
              <a:ext uri="{FF2B5EF4-FFF2-40B4-BE49-F238E27FC236}">
                <a16:creationId xmlns:a16="http://schemas.microsoft.com/office/drawing/2014/main" id="{B8AAADA0-6862-42C9-9631-76B87ACFB03C}"/>
              </a:ext>
            </a:extLst>
          </p:cNvPr>
          <p:cNvSpPr>
            <a:spLocks xmlns:a="http://schemas.openxmlformats.org/drawingml/2006/main" noGrp="1"/>
          </p:cNvSpPr>
          <p:nvPr/>
        </p:nvSpPr>
        <p:spPr>
          <a:xfrm xmlns:a="http://schemas.openxmlformats.org/drawingml/2006/main" rot="0" flipH="0" flipV="0">
            <a:off x="3467100" y="8231015"/>
            <a:ext cx="157072" cy="103756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1" name="Freeform 21">
            <a:extLst xmlns:a="http://schemas.openxmlformats.org/drawingml/2006/main">
              <a:ext uri="{FF2B5EF4-FFF2-40B4-BE49-F238E27FC236}">
                <a16:creationId xmlns:a16="http://schemas.microsoft.com/office/drawing/2014/main" id="{3BB80483-4109-46B4-9BE1-5649F0B2C2ED}"/>
              </a:ext>
            </a:extLst>
          </p:cNvPr>
          <p:cNvSpPr>
            <a:spLocks xmlns:a="http://schemas.openxmlformats.org/drawingml/2006/main" noGrp="1"/>
          </p:cNvSpPr>
          <p:nvPr/>
        </p:nvSpPr>
        <p:spPr>
          <a:xfrm xmlns:a="http://schemas.openxmlformats.org/drawingml/2006/main" rot="0" flipH="0" flipV="0">
            <a:off x="5309215" y="7239767"/>
            <a:ext cx="157072" cy="892902"/>
          </a:xfrm>
          <a:custGeom xmlns:a="http://schemas.openxmlformats.org/drawingml/2006/main">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xmlns:a="http://schemas.openxmlformats.org/drawingml/2006/main">
            <a:srgbClr val="F68D55"/>
          </a:solidFill>
          <a:ln xmlns:a="http://schemas.openxmlformats.org/drawingml/2006/main" cap="rnd">
            <a:noFill/>
            <a:prstDash val="solid"/>
            <a:round/>
          </a:ln>
        </p:spPr>
      </p:sp>
      <p:sp>
        <p:nvSpPr>
          <p:cNvPr id="22" name="TextBox 22">
            <a:extLst xmlns:a="http://schemas.openxmlformats.org/drawingml/2006/main">
              <a:ext uri="{FF2B5EF4-FFF2-40B4-BE49-F238E27FC236}">
                <a16:creationId xmlns:a16="http://schemas.microsoft.com/office/drawing/2014/main" id="{9FF877E8-7BF3-440C-B751-F9017403E8D6}"/>
              </a:ext>
            </a:extLst>
          </p:cNvPr>
          <p:cNvSpPr>
            <a:spLocks xmlns:a="http://schemas.openxmlformats.org/drawingml/2006/main" noGrp="1"/>
          </p:cNvSpPr>
          <p:nvPr/>
        </p:nvSpPr>
        <p:spPr>
          <a:xfrm xmlns:a="http://schemas.openxmlformats.org/drawingml/2006/main" rot="0" flipH="0" flipV="0">
            <a:off x="5309215" y="7095107"/>
            <a:ext cx="157072" cy="103756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4" name="Freeform 24">
            <a:extLst xmlns:a="http://schemas.openxmlformats.org/drawingml/2006/main">
              <a:ext uri="{FF2B5EF4-FFF2-40B4-BE49-F238E27FC236}">
                <a16:creationId xmlns:a16="http://schemas.microsoft.com/office/drawing/2014/main" id="{B78A667F-4A63-4B62-8D2E-87C2B0FDB27B}"/>
              </a:ext>
            </a:extLst>
          </p:cNvPr>
          <p:cNvSpPr>
            <a:spLocks xmlns:a="http://schemas.openxmlformats.org/drawingml/2006/main" noGrp="1"/>
          </p:cNvSpPr>
          <p:nvPr/>
        </p:nvSpPr>
        <p:spPr>
          <a:xfrm xmlns:a="http://schemas.openxmlformats.org/drawingml/2006/main" rot="0" flipH="0" flipV="0">
            <a:off x="7151331" y="6103860"/>
            <a:ext cx="157072" cy="892902"/>
          </a:xfrm>
          <a:custGeom xmlns:a="http://schemas.openxmlformats.org/drawingml/2006/main">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xmlns:a="http://schemas.openxmlformats.org/drawingml/2006/main">
            <a:srgbClr val="BEC8DA"/>
          </a:solidFill>
        </p:spPr>
      </p:sp>
      <p:sp>
        <p:nvSpPr>
          <p:cNvPr id="25" name="TextBox 25">
            <a:extLst xmlns:a="http://schemas.openxmlformats.org/drawingml/2006/main">
              <a:ext uri="{FF2B5EF4-FFF2-40B4-BE49-F238E27FC236}">
                <a16:creationId xmlns:a16="http://schemas.microsoft.com/office/drawing/2014/main" id="{A4324405-5399-494B-A101-67E917908B5B}"/>
              </a:ext>
            </a:extLst>
          </p:cNvPr>
          <p:cNvSpPr>
            <a:spLocks xmlns:a="http://schemas.openxmlformats.org/drawingml/2006/main" noGrp="1"/>
          </p:cNvSpPr>
          <p:nvPr/>
        </p:nvSpPr>
        <p:spPr>
          <a:xfrm xmlns:a="http://schemas.openxmlformats.org/drawingml/2006/main" rot="0" flipH="0" flipV="0">
            <a:off x="7151331" y="5959200"/>
            <a:ext cx="157072" cy="103756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7" name="Freeform 27">
            <a:extLst xmlns:a="http://schemas.openxmlformats.org/drawingml/2006/main">
              <a:ext uri="{FF2B5EF4-FFF2-40B4-BE49-F238E27FC236}">
                <a16:creationId xmlns:a16="http://schemas.microsoft.com/office/drawing/2014/main" id="{DA513DD2-5331-4569-A23E-D560E7F913D2}"/>
              </a:ext>
            </a:extLst>
          </p:cNvPr>
          <p:cNvSpPr>
            <a:spLocks xmlns:a="http://schemas.openxmlformats.org/drawingml/2006/main" noGrp="1"/>
          </p:cNvSpPr>
          <p:nvPr/>
        </p:nvSpPr>
        <p:spPr>
          <a:xfrm xmlns:a="http://schemas.openxmlformats.org/drawingml/2006/main" rot="0" flipH="0" flipV="0">
            <a:off x="8993446" y="4967953"/>
            <a:ext cx="157072" cy="892902"/>
          </a:xfrm>
          <a:custGeom xmlns:a="http://schemas.openxmlformats.org/drawingml/2006/main">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xmlns:a="http://schemas.openxmlformats.org/drawingml/2006/main">
            <a:srgbClr val="3C6198"/>
          </a:solidFill>
          <a:ln xmlns:a="http://schemas.openxmlformats.org/drawingml/2006/main" cap="rnd">
            <a:noFill/>
            <a:prstDash val="solid"/>
            <a:round/>
          </a:ln>
        </p:spPr>
      </p:sp>
      <p:sp>
        <p:nvSpPr>
          <p:cNvPr id="28" name="TextBox 28">
            <a:extLst xmlns:a="http://schemas.openxmlformats.org/drawingml/2006/main">
              <a:ext uri="{FF2B5EF4-FFF2-40B4-BE49-F238E27FC236}">
                <a16:creationId xmlns:a16="http://schemas.microsoft.com/office/drawing/2014/main" id="{DAEA4DEF-9C41-4D4F-A80C-982A1F59E489}"/>
              </a:ext>
            </a:extLst>
          </p:cNvPr>
          <p:cNvSpPr>
            <a:spLocks xmlns:a="http://schemas.openxmlformats.org/drawingml/2006/main" noGrp="1"/>
          </p:cNvSpPr>
          <p:nvPr/>
        </p:nvSpPr>
        <p:spPr>
          <a:xfrm xmlns:a="http://schemas.openxmlformats.org/drawingml/2006/main" rot="0" flipH="0" flipV="0">
            <a:off x="8993446" y="4823293"/>
            <a:ext cx="157072" cy="103756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0" name="Freeform 30">
            <a:extLst xmlns:a="http://schemas.openxmlformats.org/drawingml/2006/main">
              <a:ext uri="{FF2B5EF4-FFF2-40B4-BE49-F238E27FC236}">
                <a16:creationId xmlns:a16="http://schemas.microsoft.com/office/drawing/2014/main" id="{6FC12B79-9C34-4E07-92ED-68BFBFF45371}"/>
              </a:ext>
            </a:extLst>
          </p:cNvPr>
          <p:cNvSpPr>
            <a:spLocks xmlns:a="http://schemas.openxmlformats.org/drawingml/2006/main" noGrp="1"/>
          </p:cNvSpPr>
          <p:nvPr/>
        </p:nvSpPr>
        <p:spPr>
          <a:xfrm xmlns:a="http://schemas.openxmlformats.org/drawingml/2006/main" rot="0" flipH="0" flipV="0">
            <a:off x="10520148" y="3858232"/>
            <a:ext cx="157072" cy="892902"/>
          </a:xfrm>
          <a:custGeom xmlns:a="http://schemas.openxmlformats.org/drawingml/2006/main">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xmlns:a="http://schemas.openxmlformats.org/drawingml/2006/main">
            <a:srgbClr val="122359"/>
          </a:solidFill>
          <a:ln xmlns:a="http://schemas.openxmlformats.org/drawingml/2006/main" cap="rnd">
            <a:noFill/>
            <a:prstDash val="solid"/>
            <a:round/>
          </a:ln>
        </p:spPr>
      </p:sp>
      <p:sp>
        <p:nvSpPr>
          <p:cNvPr id="31" name="TextBox 31">
            <a:extLst xmlns:a="http://schemas.openxmlformats.org/drawingml/2006/main">
              <a:ext uri="{FF2B5EF4-FFF2-40B4-BE49-F238E27FC236}">
                <a16:creationId xmlns:a16="http://schemas.microsoft.com/office/drawing/2014/main" id="{6534489A-7902-41E5-9429-5FB3E9E9AF31}"/>
              </a:ext>
            </a:extLst>
          </p:cNvPr>
          <p:cNvSpPr>
            <a:spLocks xmlns:a="http://schemas.openxmlformats.org/drawingml/2006/main" noGrp="1"/>
          </p:cNvSpPr>
          <p:nvPr/>
        </p:nvSpPr>
        <p:spPr>
          <a:xfrm xmlns:a="http://schemas.openxmlformats.org/drawingml/2006/main" rot="0" flipH="0" flipV="0">
            <a:off x="10520148" y="3713572"/>
            <a:ext cx="157072" cy="103756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2" name="TextBox 32">
            <a:extLst xmlns:a="http://schemas.openxmlformats.org/drawingml/2006/main">
              <a:ext uri="{FF2B5EF4-FFF2-40B4-BE49-F238E27FC236}">
                <a16:creationId xmlns:a16="http://schemas.microsoft.com/office/drawing/2014/main" id="{07D4E786-9DCB-43DE-A53C-CFE09FDD57C4}"/>
              </a:ext>
            </a:extLst>
          </p:cNvPr>
          <p:cNvSpPr>
            <a:spLocks xmlns:a="http://schemas.openxmlformats.org/drawingml/2006/main" noGrp="1"/>
          </p:cNvSpPr>
          <p:nvPr/>
        </p:nvSpPr>
        <p:spPr>
          <a:xfrm xmlns:a="http://schemas.openxmlformats.org/drawingml/2006/main" rot="0">
            <a:off x="10844553" y="1045006"/>
            <a:ext cx="6414747"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450"/>
            </a:defPPr>
            <a:lvl1pPr>
              <a:defRPr sz="3450"/>
            </a:lvl1pPr>
            <a:lvl2pPr>
              <a:defRPr sz="3450"/>
            </a:lvl2pPr>
            <a:lvl3pPr>
              <a:defRPr sz="3450"/>
            </a:lvl3pPr>
            <a:lvl4pPr>
              <a:defRPr sz="3450"/>
            </a:lvl4pPr>
            <a:lvl5pPr>
              <a:defRPr sz="3450"/>
            </a:lvl5pPr>
            <a:lvl6pPr>
              <a:defRPr sz="3450"/>
            </a:lvl6pPr>
            <a:lvl7pPr>
              <a:defRPr sz="3450"/>
            </a:lvl7pPr>
            <a:lvl8pPr>
              <a:defRPr sz="3450"/>
            </a:lvl8pPr>
            <a:lvl9pPr>
              <a:defRPr sz="3450"/>
            </a:lvl9pPr>
          </a:lstStyle>
          <a:p xmlns:a="http://schemas.openxmlformats.org/drawingml/2006/main">
            <a:pPr algn="l">
              <a:lnSpc>
                <a:spcPts val="5040"/>
              </a:lnSpc>
              <a:spcBef>
                <a:spcPct val="0"/>
              </a:spcBef>
              <a:buNone/>
            </a:pPr>
            <a:r>
              <a:rPr sz="3450" b="1">
                <a:solidFill>
                  <a:srgbClr val="112F8D"/>
                </a:solidFill>
                <a:latin typeface="TT Fors Bold"/>
                <a:ea typeface="TT Fors Bold"/>
                <a:cs typeface="TT Fors Bold"/>
              </a:rPr>
              <a:t>Gerbang Bukti Reproduksi</a:t>
            </a:r>
          </a:p>
        </p:txBody>
      </p:sp>
      <p:sp>
        <p:nvSpPr>
          <p:cNvPr id="33" name="TextBox 33">
            <a:extLst xmlns:a="http://schemas.openxmlformats.org/drawingml/2006/main">
              <a:ext uri="{FF2B5EF4-FFF2-40B4-BE49-F238E27FC236}">
                <a16:creationId xmlns:a16="http://schemas.microsoft.com/office/drawing/2014/main" id="{B0607206-DBBE-400A-B4E0-6AC7A91AA8D2}"/>
              </a:ext>
            </a:extLst>
          </p:cNvPr>
          <p:cNvSpPr>
            <a:spLocks xmlns:a="http://schemas.openxmlformats.org/drawingml/2006/main" noGrp="1"/>
          </p:cNvSpPr>
          <p:nvPr/>
        </p:nvSpPr>
        <p:spPr>
          <a:xfrm xmlns:a="http://schemas.openxmlformats.org/drawingml/2006/main" rot="0">
            <a:off x="10844553" y="1802520"/>
            <a:ext cx="5562248" cy="74676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875"/>
            </a:defPPr>
            <a:lvl1pPr>
              <a:defRPr sz="1875"/>
            </a:lvl1pPr>
            <a:lvl2pPr>
              <a:defRPr sz="1875"/>
            </a:lvl2pPr>
            <a:lvl3pPr>
              <a:defRPr sz="1875"/>
            </a:lvl3pPr>
            <a:lvl4pPr>
              <a:defRPr sz="1875"/>
            </a:lvl4pPr>
            <a:lvl5pPr>
              <a:defRPr sz="1875"/>
            </a:lvl5pPr>
            <a:lvl6pPr>
              <a:defRPr sz="1875"/>
            </a:lvl6pPr>
            <a:lvl7pPr>
              <a:defRPr sz="1875"/>
            </a:lvl7pPr>
            <a:lvl8pPr>
              <a:defRPr sz="1875"/>
            </a:lvl8pPr>
            <a:lvl9pPr>
              <a:defRPr sz="1875"/>
            </a:lvl9pPr>
          </a:lstStyle>
          <a:p xmlns:a="http://schemas.openxmlformats.org/drawingml/2006/main">
            <a:pPr algn="l">
              <a:lnSpc>
                <a:spcPts val="2940"/>
              </a:lnSpc>
              <a:spcBef>
                <a:spcPct val="0"/>
              </a:spcBef>
              <a:buNone/>
            </a:pPr>
            <a:r>
              <a:rPr sz="1875">
                <a:solidFill>
                  <a:srgbClr val="000000"/>
                </a:solidFill>
                <a:latin typeface="TT Fors"/>
                <a:ea typeface="TT Fors"/>
                <a:cs typeface="TT Fors"/>
              </a:rPr>
              <a:t>Klaim baru kuat setelah data, split, evaluator, dan run diperiksa</a:t>
            </a:r>
          </a:p>
        </p:txBody>
      </p:sp>
      <p:sp>
        <p:nvSpPr>
          <p:cNvPr id="34" name="TextBox 34">
            <a:extLst xmlns:a="http://schemas.openxmlformats.org/drawingml/2006/main">
              <a:ext uri="{FF2B5EF4-FFF2-40B4-BE49-F238E27FC236}">
                <a16:creationId xmlns:a16="http://schemas.microsoft.com/office/drawing/2014/main" id="{99D06094-BD09-4B62-90B0-08EBC09DE5B7}"/>
              </a:ext>
            </a:extLst>
          </p:cNvPr>
          <p:cNvSpPr>
            <a:spLocks xmlns:a="http://schemas.openxmlformats.org/drawingml/2006/main" noGrp="1"/>
          </p:cNvSpPr>
          <p:nvPr/>
        </p:nvSpPr>
        <p:spPr>
          <a:xfrm xmlns:a="http://schemas.openxmlformats.org/drawingml/2006/main" rot="0">
            <a:off x="3847629" y="8708390"/>
            <a:ext cx="5083280"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Enam log/checkpoint LastFM tersedia dalam audit. Arsip checkpoint Beauty di Drive belum lengkap.</a:t>
            </a:r>
          </a:p>
        </p:txBody>
      </p:sp>
      <p:sp>
        <p:nvSpPr>
          <p:cNvPr id="35" name="TextBox 35">
            <a:extLst xmlns:a="http://schemas.openxmlformats.org/drawingml/2006/main">
              <a:ext uri="{FF2B5EF4-FFF2-40B4-BE49-F238E27FC236}">
                <a16:creationId xmlns:a16="http://schemas.microsoft.com/office/drawing/2014/main" id="{E15D975C-D14F-45A6-972C-F6052D8C0452}"/>
              </a:ext>
            </a:extLst>
          </p:cNvPr>
          <p:cNvSpPr>
            <a:spLocks xmlns:a="http://schemas.openxmlformats.org/drawingml/2006/main" noGrp="1"/>
          </p:cNvSpPr>
          <p:nvPr/>
        </p:nvSpPr>
        <p:spPr>
          <a:xfrm xmlns:a="http://schemas.openxmlformats.org/drawingml/2006/main" rot="0">
            <a:off x="3847629" y="8337575"/>
            <a:ext cx="52957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Artefak run</a:t>
            </a:r>
          </a:p>
        </p:txBody>
      </p:sp>
      <p:sp>
        <p:nvSpPr>
          <p:cNvPr id="36" name="TextBox 36">
            <a:extLst xmlns:a="http://schemas.openxmlformats.org/drawingml/2006/main">
              <a:ext uri="{FF2B5EF4-FFF2-40B4-BE49-F238E27FC236}">
                <a16:creationId xmlns:a16="http://schemas.microsoft.com/office/drawing/2014/main" id="{08822C4B-805C-4F30-B996-032AF56B2567}"/>
              </a:ext>
            </a:extLst>
          </p:cNvPr>
          <p:cNvSpPr>
            <a:spLocks xmlns:a="http://schemas.openxmlformats.org/drawingml/2006/main" noGrp="1"/>
          </p:cNvSpPr>
          <p:nvPr/>
        </p:nvSpPr>
        <p:spPr>
          <a:xfrm xmlns:a="http://schemas.openxmlformats.org/drawingml/2006/main" rot="0">
            <a:off x="5668297" y="7582760"/>
            <a:ext cx="529574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Evaluator memberi skor seluruh katalog dan mem-mask item historis sebelum Top-20.</a:t>
            </a:r>
          </a:p>
        </p:txBody>
      </p:sp>
      <p:sp>
        <p:nvSpPr>
          <p:cNvPr id="37" name="TextBox 37">
            <a:extLst xmlns:a="http://schemas.openxmlformats.org/drawingml/2006/main">
              <a:ext uri="{FF2B5EF4-FFF2-40B4-BE49-F238E27FC236}">
                <a16:creationId xmlns:a16="http://schemas.microsoft.com/office/drawing/2014/main" id="{64E76435-E9AF-4815-9F81-5CE14A0F8ECF}"/>
              </a:ext>
            </a:extLst>
          </p:cNvPr>
          <p:cNvSpPr>
            <a:spLocks xmlns:a="http://schemas.openxmlformats.org/drawingml/2006/main" noGrp="1"/>
          </p:cNvSpPr>
          <p:nvPr/>
        </p:nvSpPr>
        <p:spPr>
          <a:xfrm xmlns:a="http://schemas.openxmlformats.org/drawingml/2006/main" rot="0">
            <a:off x="5668297" y="7211944"/>
            <a:ext cx="52957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Evaluator</a:t>
            </a:r>
          </a:p>
        </p:txBody>
      </p:sp>
      <p:sp>
        <p:nvSpPr>
          <p:cNvPr id="38" name="TextBox 38">
            <a:extLst xmlns:a="http://schemas.openxmlformats.org/drawingml/2006/main">
              <a:ext uri="{FF2B5EF4-FFF2-40B4-BE49-F238E27FC236}">
                <a16:creationId xmlns:a16="http://schemas.microsoft.com/office/drawing/2014/main" id="{BA7D5A43-5D2D-4C57-A92A-45C5FD665073}"/>
              </a:ext>
            </a:extLst>
          </p:cNvPr>
          <p:cNvSpPr>
            <a:spLocks xmlns:a="http://schemas.openxmlformats.org/drawingml/2006/main" noGrp="1"/>
          </p:cNvSpPr>
          <p:nvPr/>
        </p:nvSpPr>
        <p:spPr>
          <a:xfrm xmlns:a="http://schemas.openxmlformats.org/drawingml/2006/main" rot="0">
            <a:off x="7488966" y="6457129"/>
            <a:ext cx="5083280"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Train memakai prefix; validasi item kedua-terakhir; test item terakhir; user test berjumlah 1.090.</a:t>
            </a:r>
          </a:p>
        </p:txBody>
      </p:sp>
      <p:sp>
        <p:nvSpPr>
          <p:cNvPr id="39" name="TextBox 39">
            <a:extLst xmlns:a="http://schemas.openxmlformats.org/drawingml/2006/main">
              <a:ext uri="{FF2B5EF4-FFF2-40B4-BE49-F238E27FC236}">
                <a16:creationId xmlns:a16="http://schemas.microsoft.com/office/drawing/2014/main" id="{4B67434E-B64C-44C2-84CC-577192F0C82F}"/>
              </a:ext>
            </a:extLst>
          </p:cNvPr>
          <p:cNvSpPr>
            <a:spLocks xmlns:a="http://schemas.openxmlformats.org/drawingml/2006/main" noGrp="1"/>
          </p:cNvSpPr>
          <p:nvPr/>
        </p:nvSpPr>
        <p:spPr>
          <a:xfrm xmlns:a="http://schemas.openxmlformats.org/drawingml/2006/main" rot="0">
            <a:off x="7488966" y="6086314"/>
            <a:ext cx="52957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Split</a:t>
            </a:r>
          </a:p>
        </p:txBody>
      </p:sp>
      <p:sp>
        <p:nvSpPr>
          <p:cNvPr id="40" name="TextBox 40">
            <a:extLst xmlns:a="http://schemas.openxmlformats.org/drawingml/2006/main">
              <a:ext uri="{FF2B5EF4-FFF2-40B4-BE49-F238E27FC236}">
                <a16:creationId xmlns:a16="http://schemas.microsoft.com/office/drawing/2014/main" id="{577E338B-864F-444F-8976-9F768EE42CD0}"/>
              </a:ext>
            </a:extLst>
          </p:cNvPr>
          <p:cNvSpPr>
            <a:spLocks xmlns:a="http://schemas.openxmlformats.org/drawingml/2006/main" noGrp="1"/>
          </p:cNvSpPr>
          <p:nvPr/>
        </p:nvSpPr>
        <p:spPr>
          <a:xfrm xmlns:a="http://schemas.openxmlformats.org/drawingml/2006/main" rot="0">
            <a:off x="9309635" y="5331499"/>
            <a:ext cx="5295749"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Urutan sequence dan pemetaan ID LastFM diperiksa terhadap rujukan; audit strict menyatakan PASS.</a:t>
            </a:r>
          </a:p>
        </p:txBody>
      </p:sp>
      <p:sp>
        <p:nvSpPr>
          <p:cNvPr id="41" name="TextBox 41">
            <a:extLst xmlns:a="http://schemas.openxmlformats.org/drawingml/2006/main">
              <a:ext uri="{FF2B5EF4-FFF2-40B4-BE49-F238E27FC236}">
                <a16:creationId xmlns:a16="http://schemas.microsoft.com/office/drawing/2014/main" id="{EC2924F1-165B-4DF9-A734-2BD298120FB6}"/>
              </a:ext>
            </a:extLst>
          </p:cNvPr>
          <p:cNvSpPr>
            <a:spLocks xmlns:a="http://schemas.openxmlformats.org/drawingml/2006/main" noGrp="1"/>
          </p:cNvSpPr>
          <p:nvPr/>
        </p:nvSpPr>
        <p:spPr>
          <a:xfrm xmlns:a="http://schemas.openxmlformats.org/drawingml/2006/main" rot="0">
            <a:off x="9309635" y="4960684"/>
            <a:ext cx="52957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Mapping ID</a:t>
            </a:r>
          </a:p>
        </p:txBody>
      </p:sp>
      <p:sp>
        <p:nvSpPr>
          <p:cNvPr id="42" name="TextBox 42">
            <a:extLst xmlns:a="http://schemas.openxmlformats.org/drawingml/2006/main">
              <a:ext uri="{FF2B5EF4-FFF2-40B4-BE49-F238E27FC236}">
                <a16:creationId xmlns:a16="http://schemas.microsoft.com/office/drawing/2014/main" id="{0CD092CE-7A4F-4B41-B117-8CE3D46CBA80}"/>
              </a:ext>
            </a:extLst>
          </p:cNvPr>
          <p:cNvSpPr>
            <a:spLocks xmlns:a="http://schemas.openxmlformats.org/drawingml/2006/main" noGrp="1"/>
          </p:cNvSpPr>
          <p:nvPr/>
        </p:nvSpPr>
        <p:spPr>
          <a:xfrm xmlns:a="http://schemas.openxmlformats.org/drawingml/2006/main" rot="0">
            <a:off x="10844553" y="4205869"/>
            <a:ext cx="5083280"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LastFM.txt cocok byte-per-byte dengan berkas pada commit audit; statistiknya 1.090/3.646/52.551.</a:t>
            </a:r>
          </a:p>
        </p:txBody>
      </p:sp>
      <p:sp>
        <p:nvSpPr>
          <p:cNvPr id="43" name="TextBox 43">
            <a:extLst xmlns:a="http://schemas.openxmlformats.org/drawingml/2006/main">
              <a:ext uri="{FF2B5EF4-FFF2-40B4-BE49-F238E27FC236}">
                <a16:creationId xmlns:a16="http://schemas.microsoft.com/office/drawing/2014/main" id="{BFE1F115-88B2-48A1-B0D0-813EEC0D2483}"/>
              </a:ext>
            </a:extLst>
          </p:cNvPr>
          <p:cNvSpPr>
            <a:spLocks xmlns:a="http://schemas.openxmlformats.org/drawingml/2006/main" noGrp="1"/>
          </p:cNvSpPr>
          <p:nvPr/>
        </p:nvSpPr>
        <p:spPr>
          <a:xfrm xmlns:a="http://schemas.openxmlformats.org/drawingml/2006/main" rot="0">
            <a:off x="10844553" y="3835053"/>
            <a:ext cx="52957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Data &amp; commit</a:t>
            </a:r>
          </a:p>
        </p:txBody>
      </p:sp>
      <p:sp>
        <p:nvSpPr>
          <p:cNvPr id="44" name="TextBox 44">
            <a:extLst xmlns:a="http://schemas.openxmlformats.org/drawingml/2006/main">
              <a:ext uri="{FF2B5EF4-FFF2-40B4-BE49-F238E27FC236}">
                <a16:creationId xmlns:a16="http://schemas.microsoft.com/office/drawing/2014/main" id="{679F4CE5-54CE-4569-9F18-A10F6AD1687F}"/>
              </a:ext>
            </a:extLst>
          </p:cNvPr>
          <p:cNvSpPr>
            <a:spLocks xmlns:a="http://schemas.openxmlformats.org/drawingml/2006/main" noGrp="1"/>
          </p:cNvSpPr>
          <p:nvPr/>
        </p:nvSpPr>
        <p:spPr>
          <a:xfrm xmlns:a="http://schemas.openxmlformats.org/drawingml/2006/main" rot="0">
            <a:off x="1486707" y="7052877"/>
            <a:ext cx="938785" cy="3962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59"/>
              </a:lnSpc>
              <a:spcBef>
                <a:spcPct val="0"/>
              </a:spcBef>
              <a:buNone/>
            </a:pPr>
            <a:r>
              <a:rPr sz="2399" b="1">
                <a:solidFill>
                  <a:srgbClr val="000000"/>
                </a:solidFill>
                <a:latin typeface="TT Fors Bold"/>
                <a:ea typeface="TT Fors Bold"/>
                <a:cs typeface="TT Fors Bold"/>
              </a:rPr>
              <a:t>05</a:t>
            </a:r>
          </a:p>
        </p:txBody>
      </p:sp>
      <p:sp>
        <p:nvSpPr>
          <p:cNvPr id="45" name="TextBox 45">
            <a:extLst xmlns:a="http://schemas.openxmlformats.org/drawingml/2006/main">
              <a:ext uri="{FF2B5EF4-FFF2-40B4-BE49-F238E27FC236}">
                <a16:creationId xmlns:a16="http://schemas.microsoft.com/office/drawing/2014/main" id="{EFE30F5D-2471-4DED-8537-7B5F3BC4758E}"/>
              </a:ext>
            </a:extLst>
          </p:cNvPr>
          <p:cNvSpPr>
            <a:spLocks xmlns:a="http://schemas.openxmlformats.org/drawingml/2006/main" noGrp="1"/>
          </p:cNvSpPr>
          <p:nvPr/>
        </p:nvSpPr>
        <p:spPr>
          <a:xfrm xmlns:a="http://schemas.openxmlformats.org/drawingml/2006/main" rot="0">
            <a:off x="3150108" y="6154071"/>
            <a:ext cx="938785" cy="3962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59"/>
              </a:lnSpc>
              <a:spcBef>
                <a:spcPct val="0"/>
              </a:spcBef>
              <a:buNone/>
            </a:pPr>
            <a:r>
              <a:rPr sz="2399" b="1">
                <a:solidFill>
                  <a:srgbClr val="000000"/>
                </a:solidFill>
                <a:latin typeface="TT Fors Bold"/>
                <a:ea typeface="TT Fors Bold"/>
                <a:cs typeface="TT Fors Bold"/>
              </a:rPr>
              <a:t>04</a:t>
            </a:r>
          </a:p>
        </p:txBody>
      </p:sp>
      <p:sp>
        <p:nvSpPr>
          <p:cNvPr id="46" name="TextBox 46">
            <a:extLst xmlns:a="http://schemas.openxmlformats.org/drawingml/2006/main">
              <a:ext uri="{FF2B5EF4-FFF2-40B4-BE49-F238E27FC236}">
                <a16:creationId xmlns:a16="http://schemas.microsoft.com/office/drawing/2014/main" id="{EE29B725-A877-4EE9-8961-98F116748707}"/>
              </a:ext>
            </a:extLst>
          </p:cNvPr>
          <p:cNvSpPr>
            <a:spLocks xmlns:a="http://schemas.openxmlformats.org/drawingml/2006/main" noGrp="1"/>
          </p:cNvSpPr>
          <p:nvPr/>
        </p:nvSpPr>
        <p:spPr>
          <a:xfrm xmlns:a="http://schemas.openxmlformats.org/drawingml/2006/main" rot="0">
            <a:off x="4889708" y="5255265"/>
            <a:ext cx="938785" cy="39624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59"/>
              </a:lnSpc>
              <a:spcBef>
                <a:spcPct val="0"/>
              </a:spcBef>
              <a:buNone/>
            </a:pPr>
            <a:r>
              <a:rPr sz="2399" b="1">
                <a:solidFill>
                  <a:srgbClr val="000000"/>
                </a:solidFill>
                <a:latin typeface="TT Fors Bold"/>
                <a:ea typeface="TT Fors Bold"/>
                <a:cs typeface="TT Fors Bold"/>
              </a:rPr>
              <a:t>03</a:t>
            </a:r>
          </a:p>
        </p:txBody>
      </p:sp>
      <p:sp>
        <p:nvSpPr>
          <p:cNvPr id="47" name="TextBox 47">
            <a:extLst xmlns:a="http://schemas.openxmlformats.org/drawingml/2006/main">
              <a:ext uri="{FF2B5EF4-FFF2-40B4-BE49-F238E27FC236}">
                <a16:creationId xmlns:a16="http://schemas.microsoft.com/office/drawing/2014/main" id="{321F7B77-6CCE-470F-BEE2-F2340E224812}"/>
              </a:ext>
            </a:extLst>
          </p:cNvPr>
          <p:cNvSpPr>
            <a:spLocks xmlns:a="http://schemas.openxmlformats.org/drawingml/2006/main" noGrp="1"/>
          </p:cNvSpPr>
          <p:nvPr/>
        </p:nvSpPr>
        <p:spPr>
          <a:xfrm xmlns:a="http://schemas.openxmlformats.org/drawingml/2006/main" rot="0">
            <a:off x="6507927" y="4356458"/>
            <a:ext cx="938785" cy="3962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59"/>
              </a:lnSpc>
              <a:spcBef>
                <a:spcPct val="0"/>
              </a:spcBef>
              <a:buNone/>
            </a:pPr>
            <a:r>
              <a:rPr sz="2399" b="1">
                <a:solidFill>
                  <a:srgbClr val="FFFFFF"/>
                </a:solidFill>
                <a:latin typeface="TT Fors Bold"/>
                <a:ea typeface="TT Fors Bold"/>
                <a:cs typeface="TT Fors Bold"/>
              </a:rPr>
              <a:t>02</a:t>
            </a:r>
          </a:p>
        </p:txBody>
      </p:sp>
      <p:sp>
        <p:nvSpPr>
          <p:cNvPr id="48" name="TextBox 48">
            <a:extLst xmlns:a="http://schemas.openxmlformats.org/drawingml/2006/main">
              <a:ext uri="{FF2B5EF4-FFF2-40B4-BE49-F238E27FC236}">
                <a16:creationId xmlns:a16="http://schemas.microsoft.com/office/drawing/2014/main" id="{14268808-0DE3-4D00-9528-46FD875BCECC}"/>
              </a:ext>
            </a:extLst>
          </p:cNvPr>
          <p:cNvSpPr>
            <a:spLocks xmlns:a="http://schemas.openxmlformats.org/drawingml/2006/main" noGrp="1"/>
          </p:cNvSpPr>
          <p:nvPr/>
        </p:nvSpPr>
        <p:spPr>
          <a:xfrm xmlns:a="http://schemas.openxmlformats.org/drawingml/2006/main" rot="0">
            <a:off x="8209427" y="3461991"/>
            <a:ext cx="938785" cy="3962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59"/>
              </a:lnSpc>
              <a:spcBef>
                <a:spcPct val="0"/>
              </a:spcBef>
              <a:buNone/>
            </a:pPr>
            <a:r>
              <a:rPr sz="2399" b="1">
                <a:solidFill>
                  <a:srgbClr val="FFFFFF"/>
                </a:solidFill>
                <a:latin typeface="TT Fors Bold"/>
                <a:ea typeface="TT Fors Bold"/>
                <a:cs typeface="TT Fors Bold"/>
              </a:rPr>
              <a:t>01</a:t>
            </a:r>
          </a:p>
        </p:txBody>
      </p:sp>
    </p:spTree>
    <p:extLst>
      <p:ext uri="{BB962C8B-B14F-4D97-AF65-F5344CB8AC3E}">
        <p14:creationId xmlns:p14="http://schemas.microsoft.com/office/powerpoint/2010/main" val="674279528"/>
      </p:ext>
    </p:extLst>
  </p:cSld>
</p:sld>
</file>

<file path=ppt/slides/slide5.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A4B4081-24D9-45B9-ACD8-6667638C6940}"/>
              </a:ext>
            </a:extLst>
          </p:cNvPr>
          <p:cNvSpPr>
            <a:spLocks xmlns:a="http://schemas.openxmlformats.org/drawingml/2006/main" noGrp="1"/>
          </p:cNvSpPr>
          <p:nvPr/>
        </p:nvSpPr>
        <p:spPr>
          <a:xfrm xmlns:a="http://schemas.openxmlformats.org/drawingml/2006/main" rot="0" flipH="0" flipV="0">
            <a:off x="1802190" y="3017738"/>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122359"/>
          </a:solidFill>
        </p:spPr>
      </p:sp>
      <p:sp>
        <p:nvSpPr>
          <p:cNvPr id="4" name="TextBox 4">
            <a:extLst xmlns:a="http://schemas.openxmlformats.org/drawingml/2006/main">
              <a:ext uri="{FF2B5EF4-FFF2-40B4-BE49-F238E27FC236}">
                <a16:creationId xmlns:a16="http://schemas.microsoft.com/office/drawing/2014/main" id="{93080D62-8076-43DF-B928-4AE6C9AC029B}"/>
              </a:ext>
            </a:extLst>
          </p:cNvPr>
          <p:cNvSpPr>
            <a:spLocks xmlns:a="http://schemas.openxmlformats.org/drawingml/2006/main" noGrp="1"/>
          </p:cNvSpPr>
          <p:nvPr/>
        </p:nvSpPr>
        <p:spPr>
          <a:xfrm xmlns:a="http://schemas.openxmlformats.org/drawingml/2006/main" rot="0" flipH="0" flipV="0">
            <a:off x="1918268" y="3061267"/>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a:solidFill>
                  <a:srgbClr val="FFFFFF"/>
                </a:solidFill>
                <a:latin typeface="TT Fors Bold"/>
                <a:ea typeface="TT Fors Bold"/>
                <a:cs typeface="TT Fors Bold"/>
              </a:rPr>
              <a:t>01</a:t>
            </a:r>
          </a:p>
        </p:txBody>
      </p:sp>
      <p:sp>
        <p:nvSpPr>
          <p:cNvPr id="6" name="Freeform 6">
            <a:extLst xmlns:a="http://schemas.openxmlformats.org/drawingml/2006/main">
              <a:ext uri="{FF2B5EF4-FFF2-40B4-BE49-F238E27FC236}">
                <a16:creationId xmlns:a16="http://schemas.microsoft.com/office/drawing/2014/main" id="{E4103F99-96D4-4777-82BA-A6888A433FF6}"/>
              </a:ext>
            </a:extLst>
          </p:cNvPr>
          <p:cNvSpPr>
            <a:spLocks xmlns:a="http://schemas.openxmlformats.org/drawingml/2006/main" noGrp="1"/>
          </p:cNvSpPr>
          <p:nvPr/>
        </p:nvSpPr>
        <p:spPr>
          <a:xfrm xmlns:a="http://schemas.openxmlformats.org/drawingml/2006/main" rot="0" flipH="0" flipV="0">
            <a:off x="9429750" y="3017738"/>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68D54"/>
          </a:solidFill>
        </p:spPr>
      </p:sp>
      <p:sp>
        <p:nvSpPr>
          <p:cNvPr id="7" name="TextBox 7">
            <a:extLst xmlns:a="http://schemas.openxmlformats.org/drawingml/2006/main">
              <a:ext uri="{FF2B5EF4-FFF2-40B4-BE49-F238E27FC236}">
                <a16:creationId xmlns:a16="http://schemas.microsoft.com/office/drawing/2014/main" id="{29085E5B-17ED-4374-9EF0-806E309EBF43}"/>
              </a:ext>
            </a:extLst>
          </p:cNvPr>
          <p:cNvSpPr>
            <a:spLocks xmlns:a="http://schemas.openxmlformats.org/drawingml/2006/main" noGrp="1"/>
          </p:cNvSpPr>
          <p:nvPr/>
        </p:nvSpPr>
        <p:spPr>
          <a:xfrm xmlns:a="http://schemas.openxmlformats.org/drawingml/2006/main" rot="0" flipH="0" flipV="0">
            <a:off x="9545828" y="3061267"/>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u="none" strike="noStrike">
                <a:solidFill>
                  <a:srgbClr val="122359"/>
                </a:solidFill>
                <a:latin typeface="TT Fors Bold"/>
                <a:ea typeface="TT Fors Bold"/>
                <a:cs typeface="TT Fors Bold"/>
              </a:rPr>
              <a:t>04</a:t>
            </a:r>
          </a:p>
        </p:txBody>
      </p:sp>
      <p:sp>
        <p:nvSpPr>
          <p:cNvPr id="9" name="Freeform 9">
            <a:extLst xmlns:a="http://schemas.openxmlformats.org/drawingml/2006/main">
              <a:ext uri="{FF2B5EF4-FFF2-40B4-BE49-F238E27FC236}">
                <a16:creationId xmlns:a16="http://schemas.microsoft.com/office/drawing/2014/main" id="{18C138A3-503D-4F3F-ADA9-45404D0DE87D}"/>
              </a:ext>
            </a:extLst>
          </p:cNvPr>
          <p:cNvSpPr>
            <a:spLocks xmlns:a="http://schemas.openxmlformats.org/drawingml/2006/main" noGrp="1"/>
          </p:cNvSpPr>
          <p:nvPr/>
        </p:nvSpPr>
        <p:spPr>
          <a:xfrm xmlns:a="http://schemas.openxmlformats.org/drawingml/2006/main" rot="0" flipH="0" flipV="0">
            <a:off x="1802190" y="5230400"/>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3C6198"/>
          </a:solidFill>
        </p:spPr>
      </p:sp>
      <p:sp>
        <p:nvSpPr>
          <p:cNvPr id="10" name="TextBox 10">
            <a:extLst xmlns:a="http://schemas.openxmlformats.org/drawingml/2006/main">
              <a:ext uri="{FF2B5EF4-FFF2-40B4-BE49-F238E27FC236}">
                <a16:creationId xmlns:a16="http://schemas.microsoft.com/office/drawing/2014/main" id="{59D664E1-DA3D-4308-B7A9-0A577E185DDE}"/>
              </a:ext>
            </a:extLst>
          </p:cNvPr>
          <p:cNvSpPr>
            <a:spLocks xmlns:a="http://schemas.openxmlformats.org/drawingml/2006/main" noGrp="1"/>
          </p:cNvSpPr>
          <p:nvPr/>
        </p:nvSpPr>
        <p:spPr>
          <a:xfrm xmlns:a="http://schemas.openxmlformats.org/drawingml/2006/main" rot="0" flipH="0" flipV="0">
            <a:off x="1918268" y="5273929"/>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a:solidFill>
                  <a:srgbClr val="FFFFFF"/>
                </a:solidFill>
                <a:latin typeface="TT Fors Bold"/>
                <a:ea typeface="TT Fors Bold"/>
                <a:cs typeface="TT Fors Bold"/>
              </a:rPr>
              <a:t>02</a:t>
            </a:r>
          </a:p>
        </p:txBody>
      </p:sp>
      <p:sp>
        <p:nvSpPr>
          <p:cNvPr id="12" name="Freeform 12">
            <a:extLst xmlns:a="http://schemas.openxmlformats.org/drawingml/2006/main">
              <a:ext uri="{FF2B5EF4-FFF2-40B4-BE49-F238E27FC236}">
                <a16:creationId xmlns:a16="http://schemas.microsoft.com/office/drawing/2014/main" id="{D91503F4-EFAD-4048-B3A2-3F5E6D0B225B}"/>
              </a:ext>
            </a:extLst>
          </p:cNvPr>
          <p:cNvSpPr>
            <a:spLocks xmlns:a="http://schemas.openxmlformats.org/drawingml/2006/main" noGrp="1"/>
          </p:cNvSpPr>
          <p:nvPr/>
        </p:nvSpPr>
        <p:spPr>
          <a:xfrm xmlns:a="http://schemas.openxmlformats.org/drawingml/2006/main" rot="0" flipH="0" flipV="0">
            <a:off x="9429750" y="5230400"/>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E7DED6"/>
          </a:solidFill>
        </p:spPr>
      </p:sp>
      <p:sp>
        <p:nvSpPr>
          <p:cNvPr id="13" name="TextBox 13">
            <a:extLst xmlns:a="http://schemas.openxmlformats.org/drawingml/2006/main">
              <a:ext uri="{FF2B5EF4-FFF2-40B4-BE49-F238E27FC236}">
                <a16:creationId xmlns:a16="http://schemas.microsoft.com/office/drawing/2014/main" id="{48B3DE2E-E92A-40A8-8EF2-4986DB3A9AC3}"/>
              </a:ext>
            </a:extLst>
          </p:cNvPr>
          <p:cNvSpPr>
            <a:spLocks xmlns:a="http://schemas.openxmlformats.org/drawingml/2006/main" noGrp="1"/>
          </p:cNvSpPr>
          <p:nvPr/>
        </p:nvSpPr>
        <p:spPr>
          <a:xfrm xmlns:a="http://schemas.openxmlformats.org/drawingml/2006/main" rot="0" flipH="0" flipV="0">
            <a:off x="9545828" y="5273929"/>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u="none" strike="noStrike">
                <a:solidFill>
                  <a:srgbClr val="122359"/>
                </a:solidFill>
                <a:latin typeface="TT Fors Bold"/>
                <a:ea typeface="TT Fors Bold"/>
                <a:cs typeface="TT Fors Bold"/>
              </a:rPr>
              <a:t>05</a:t>
            </a:r>
          </a:p>
        </p:txBody>
      </p:sp>
      <p:sp>
        <p:nvSpPr>
          <p:cNvPr id="15" name="Freeform 15">
            <a:extLst xmlns:a="http://schemas.openxmlformats.org/drawingml/2006/main">
              <a:ext uri="{FF2B5EF4-FFF2-40B4-BE49-F238E27FC236}">
                <a16:creationId xmlns:a16="http://schemas.microsoft.com/office/drawing/2014/main" id="{5D344D8F-1341-4368-A1CA-C5746D5FBBC5}"/>
              </a:ext>
            </a:extLst>
          </p:cNvPr>
          <p:cNvSpPr>
            <a:spLocks xmlns:a="http://schemas.openxmlformats.org/drawingml/2006/main" noGrp="1"/>
          </p:cNvSpPr>
          <p:nvPr/>
        </p:nvSpPr>
        <p:spPr>
          <a:xfrm xmlns:a="http://schemas.openxmlformats.org/drawingml/2006/main" rot="0" flipH="0" flipV="0">
            <a:off x="1818779" y="7448086"/>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BEC8D9"/>
          </a:solidFill>
        </p:spPr>
      </p:sp>
      <p:sp>
        <p:nvSpPr>
          <p:cNvPr id="16" name="TextBox 16">
            <a:extLst xmlns:a="http://schemas.openxmlformats.org/drawingml/2006/main">
              <a:ext uri="{FF2B5EF4-FFF2-40B4-BE49-F238E27FC236}">
                <a16:creationId xmlns:a16="http://schemas.microsoft.com/office/drawing/2014/main" id="{FA5A1B28-CC7A-4D12-A7F5-5AE1EC375439}"/>
              </a:ext>
            </a:extLst>
          </p:cNvPr>
          <p:cNvSpPr>
            <a:spLocks xmlns:a="http://schemas.openxmlformats.org/drawingml/2006/main" noGrp="1"/>
          </p:cNvSpPr>
          <p:nvPr/>
        </p:nvSpPr>
        <p:spPr>
          <a:xfrm xmlns:a="http://schemas.openxmlformats.org/drawingml/2006/main" rot="0" flipH="0" flipV="0">
            <a:off x="1934857" y="7491615"/>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a:solidFill>
                  <a:srgbClr val="122359"/>
                </a:solidFill>
                <a:latin typeface="TT Fors Bold"/>
                <a:ea typeface="TT Fors Bold"/>
                <a:cs typeface="TT Fors Bold"/>
              </a:rPr>
              <a:t>03</a:t>
            </a:r>
          </a:p>
        </p:txBody>
      </p:sp>
      <p:sp>
        <p:nvSpPr>
          <p:cNvPr id="18" name="Freeform 18">
            <a:extLst xmlns:a="http://schemas.openxmlformats.org/drawingml/2006/main">
              <a:ext uri="{FF2B5EF4-FFF2-40B4-BE49-F238E27FC236}">
                <a16:creationId xmlns:a16="http://schemas.microsoft.com/office/drawing/2014/main" id="{4B41161A-EF0A-40F6-8214-5B81BC3821BE}"/>
              </a:ext>
            </a:extLst>
          </p:cNvPr>
          <p:cNvSpPr>
            <a:spLocks xmlns:a="http://schemas.openxmlformats.org/drawingml/2006/main" noGrp="1"/>
          </p:cNvSpPr>
          <p:nvPr/>
        </p:nvSpPr>
        <p:spPr>
          <a:xfrm xmlns:a="http://schemas.openxmlformats.org/drawingml/2006/main" rot="0" flipH="0" flipV="0">
            <a:off x="9446339" y="7448086"/>
            <a:ext cx="1238171" cy="1238171"/>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BF6EF"/>
          </a:solidFill>
        </p:spPr>
      </p:sp>
      <p:sp>
        <p:nvSpPr>
          <p:cNvPr id="19" name="TextBox 19">
            <a:extLst xmlns:a="http://schemas.openxmlformats.org/drawingml/2006/main">
              <a:ext uri="{FF2B5EF4-FFF2-40B4-BE49-F238E27FC236}">
                <a16:creationId xmlns:a16="http://schemas.microsoft.com/office/drawing/2014/main" id="{DABB3C77-CF97-48AA-9830-3E44C01C0DF9}"/>
              </a:ext>
            </a:extLst>
          </p:cNvPr>
          <p:cNvSpPr>
            <a:spLocks xmlns:a="http://schemas.openxmlformats.org/drawingml/2006/main" noGrp="1"/>
          </p:cNvSpPr>
          <p:nvPr/>
        </p:nvSpPr>
        <p:spPr>
          <a:xfrm xmlns:a="http://schemas.openxmlformats.org/drawingml/2006/main" rot="0" flipH="0" flipV="0">
            <a:off x="9562417" y="7491615"/>
            <a:ext cx="1006013" cy="107856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r>
              <a:rPr sz="2700" b="1" u="none" strike="noStrike">
                <a:solidFill>
                  <a:srgbClr val="122359"/>
                </a:solidFill>
                <a:latin typeface="TT Fors Bold"/>
                <a:ea typeface="TT Fors Bold"/>
                <a:cs typeface="TT Fors Bold"/>
              </a:rPr>
              <a:t>06</a:t>
            </a:r>
          </a:p>
        </p:txBody>
      </p:sp>
      <p:sp>
        <p:nvSpPr>
          <p:cNvPr id="20" name="Freeform 20">
            <a:extLst xmlns:a="http://schemas.openxmlformats.org/drawingml/2006/main">
              <a:ext uri="{FF2B5EF4-FFF2-40B4-BE49-F238E27FC236}">
                <a16:creationId xmlns:a16="http://schemas.microsoft.com/office/drawing/2014/main" id="{D892F486-FEDA-4004-BE83-5F7522B4AE75}"/>
              </a:ext>
            </a:extLst>
          </p:cNvPr>
          <p:cNvSpPr>
            <a:spLocks xmlns:a="http://schemas.openxmlformats.org/drawingml/2006/main" noGrp="1"/>
          </p:cNvSpPr>
          <p:nvPr/>
        </p:nvSpPr>
        <p:spPr>
          <a:xfrm xmlns:a="http://schemas.openxmlformats.org/drawingml/2006/main" rot="0" flipH="0" flipV="0">
            <a:off x="4395869" y="3823252"/>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21" name="Freeform 21">
            <a:extLst xmlns:a="http://schemas.openxmlformats.org/drawingml/2006/main">
              <a:ext uri="{FF2B5EF4-FFF2-40B4-BE49-F238E27FC236}">
                <a16:creationId xmlns:a16="http://schemas.microsoft.com/office/drawing/2014/main" id="{A7F7F9B8-3B5F-4B68-A2AB-8BFB224C5181}"/>
              </a:ext>
            </a:extLst>
          </p:cNvPr>
          <p:cNvSpPr>
            <a:spLocks xmlns:a="http://schemas.openxmlformats.org/drawingml/2006/main" noGrp="1"/>
          </p:cNvSpPr>
          <p:nvPr/>
        </p:nvSpPr>
        <p:spPr>
          <a:xfrm xmlns:a="http://schemas.openxmlformats.org/drawingml/2006/main" rot="0" flipH="0" flipV="0">
            <a:off x="12023429" y="3823252"/>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22" name="Freeform 22">
            <a:extLst xmlns:a="http://schemas.openxmlformats.org/drawingml/2006/main">
              <a:ext uri="{FF2B5EF4-FFF2-40B4-BE49-F238E27FC236}">
                <a16:creationId xmlns:a16="http://schemas.microsoft.com/office/drawing/2014/main" id="{5737D650-126A-4313-AA7C-43AF7190818E}"/>
              </a:ext>
            </a:extLst>
          </p:cNvPr>
          <p:cNvSpPr>
            <a:spLocks xmlns:a="http://schemas.openxmlformats.org/drawingml/2006/main" noGrp="1"/>
          </p:cNvSpPr>
          <p:nvPr/>
        </p:nvSpPr>
        <p:spPr>
          <a:xfrm xmlns:a="http://schemas.openxmlformats.org/drawingml/2006/main" rot="0" flipH="0" flipV="0">
            <a:off x="4395869" y="6040938"/>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23" name="Freeform 23">
            <a:extLst xmlns:a="http://schemas.openxmlformats.org/drawingml/2006/main">
              <a:ext uri="{FF2B5EF4-FFF2-40B4-BE49-F238E27FC236}">
                <a16:creationId xmlns:a16="http://schemas.microsoft.com/office/drawing/2014/main" id="{73226DDB-1C61-4BEF-8698-744026F332AF}"/>
              </a:ext>
            </a:extLst>
          </p:cNvPr>
          <p:cNvSpPr>
            <a:spLocks xmlns:a="http://schemas.openxmlformats.org/drawingml/2006/main" noGrp="1"/>
          </p:cNvSpPr>
          <p:nvPr/>
        </p:nvSpPr>
        <p:spPr>
          <a:xfrm xmlns:a="http://schemas.openxmlformats.org/drawingml/2006/main" rot="0" flipH="0" flipV="0">
            <a:off x="12023429" y="6040938"/>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25" name="Freeform 25">
            <a:extLst xmlns:a="http://schemas.openxmlformats.org/drawingml/2006/main">
              <a:ext uri="{FF2B5EF4-FFF2-40B4-BE49-F238E27FC236}">
                <a16:creationId xmlns:a16="http://schemas.microsoft.com/office/drawing/2014/main" id="{D6E408D0-7C8E-4CBD-AC35-4A99DEFD085A}"/>
              </a:ext>
            </a:extLst>
          </p:cNvPr>
          <p:cNvSpPr>
            <a:spLocks xmlns:a="http://schemas.openxmlformats.org/drawingml/2006/main" noGrp="1"/>
          </p:cNvSpPr>
          <p:nvPr/>
        </p:nvSpPr>
        <p:spPr>
          <a:xfrm xmlns:a="http://schemas.openxmlformats.org/drawingml/2006/main" rot="0" flipH="0" flipV="0">
            <a:off x="4399015" y="2774549"/>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26" name="TextBox 26">
            <a:extLst xmlns:a="http://schemas.openxmlformats.org/drawingml/2006/main">
              <a:ext uri="{FF2B5EF4-FFF2-40B4-BE49-F238E27FC236}">
                <a16:creationId xmlns:a16="http://schemas.microsoft.com/office/drawing/2014/main" id="{F48F2D5D-D850-4DBB-B561-BE2D8E004D95}"/>
              </a:ext>
            </a:extLst>
          </p:cNvPr>
          <p:cNvSpPr>
            <a:spLocks xmlns:a="http://schemas.openxmlformats.org/drawingml/2006/main" noGrp="1"/>
          </p:cNvSpPr>
          <p:nvPr/>
        </p:nvSpPr>
        <p:spPr>
          <a:xfrm xmlns:a="http://schemas.openxmlformats.org/drawingml/2006/main" rot="0" flipH="0" flipV="0">
            <a:off x="4399015" y="2629889"/>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8" name="Freeform 28">
            <a:extLst xmlns:a="http://schemas.openxmlformats.org/drawingml/2006/main">
              <a:ext uri="{FF2B5EF4-FFF2-40B4-BE49-F238E27FC236}">
                <a16:creationId xmlns:a16="http://schemas.microsoft.com/office/drawing/2014/main" id="{A0CED116-7952-41BB-989F-AD6AF9C2A1B4}"/>
              </a:ext>
            </a:extLst>
          </p:cNvPr>
          <p:cNvSpPr>
            <a:spLocks xmlns:a="http://schemas.openxmlformats.org/drawingml/2006/main" noGrp="1"/>
          </p:cNvSpPr>
          <p:nvPr/>
        </p:nvSpPr>
        <p:spPr>
          <a:xfrm xmlns:a="http://schemas.openxmlformats.org/drawingml/2006/main" rot="0" flipH="0" flipV="0">
            <a:off x="12026574" y="2774549"/>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29" name="TextBox 29">
            <a:extLst xmlns:a="http://schemas.openxmlformats.org/drawingml/2006/main">
              <a:ext uri="{FF2B5EF4-FFF2-40B4-BE49-F238E27FC236}">
                <a16:creationId xmlns:a16="http://schemas.microsoft.com/office/drawing/2014/main" id="{79D9DE51-E432-4E6E-8D26-9D3B3DE6F8E3}"/>
              </a:ext>
            </a:extLst>
          </p:cNvPr>
          <p:cNvSpPr>
            <a:spLocks xmlns:a="http://schemas.openxmlformats.org/drawingml/2006/main" noGrp="1"/>
          </p:cNvSpPr>
          <p:nvPr/>
        </p:nvSpPr>
        <p:spPr>
          <a:xfrm xmlns:a="http://schemas.openxmlformats.org/drawingml/2006/main" rot="0" flipH="0" flipV="0">
            <a:off x="12026574" y="2629889"/>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1" name="Freeform 31">
            <a:extLst xmlns:a="http://schemas.openxmlformats.org/drawingml/2006/main">
              <a:ext uri="{FF2B5EF4-FFF2-40B4-BE49-F238E27FC236}">
                <a16:creationId xmlns:a16="http://schemas.microsoft.com/office/drawing/2014/main" id="{89F12403-B5BA-428A-B20C-626754072D20}"/>
              </a:ext>
            </a:extLst>
          </p:cNvPr>
          <p:cNvSpPr>
            <a:spLocks xmlns:a="http://schemas.openxmlformats.org/drawingml/2006/main" noGrp="1"/>
          </p:cNvSpPr>
          <p:nvPr/>
        </p:nvSpPr>
        <p:spPr>
          <a:xfrm xmlns:a="http://schemas.openxmlformats.org/drawingml/2006/main" rot="0" flipH="0" flipV="0">
            <a:off x="4399015" y="4992235"/>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32" name="TextBox 32">
            <a:extLst xmlns:a="http://schemas.openxmlformats.org/drawingml/2006/main">
              <a:ext uri="{FF2B5EF4-FFF2-40B4-BE49-F238E27FC236}">
                <a16:creationId xmlns:a16="http://schemas.microsoft.com/office/drawing/2014/main" id="{5B0B5E2F-5C45-4FD2-BD54-129D1A8706BE}"/>
              </a:ext>
            </a:extLst>
          </p:cNvPr>
          <p:cNvSpPr>
            <a:spLocks xmlns:a="http://schemas.openxmlformats.org/drawingml/2006/main" noGrp="1"/>
          </p:cNvSpPr>
          <p:nvPr/>
        </p:nvSpPr>
        <p:spPr>
          <a:xfrm xmlns:a="http://schemas.openxmlformats.org/drawingml/2006/main" rot="0" flipH="0" flipV="0">
            <a:off x="4399015" y="4847575"/>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4" name="Freeform 34">
            <a:extLst xmlns:a="http://schemas.openxmlformats.org/drawingml/2006/main">
              <a:ext uri="{FF2B5EF4-FFF2-40B4-BE49-F238E27FC236}">
                <a16:creationId xmlns:a16="http://schemas.microsoft.com/office/drawing/2014/main" id="{FDCD168F-CC55-4E3C-8B22-3996119D14A3}"/>
              </a:ext>
            </a:extLst>
          </p:cNvPr>
          <p:cNvSpPr>
            <a:spLocks xmlns:a="http://schemas.openxmlformats.org/drawingml/2006/main" noGrp="1"/>
          </p:cNvSpPr>
          <p:nvPr/>
        </p:nvSpPr>
        <p:spPr>
          <a:xfrm xmlns:a="http://schemas.openxmlformats.org/drawingml/2006/main" rot="0" flipH="0" flipV="0">
            <a:off x="12026574" y="4992235"/>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35" name="TextBox 35">
            <a:extLst xmlns:a="http://schemas.openxmlformats.org/drawingml/2006/main">
              <a:ext uri="{FF2B5EF4-FFF2-40B4-BE49-F238E27FC236}">
                <a16:creationId xmlns:a16="http://schemas.microsoft.com/office/drawing/2014/main" id="{1D6810E7-007E-4F50-BC45-B855D57D6F6A}"/>
              </a:ext>
            </a:extLst>
          </p:cNvPr>
          <p:cNvSpPr>
            <a:spLocks xmlns:a="http://schemas.openxmlformats.org/drawingml/2006/main" noGrp="1"/>
          </p:cNvSpPr>
          <p:nvPr/>
        </p:nvSpPr>
        <p:spPr>
          <a:xfrm xmlns:a="http://schemas.openxmlformats.org/drawingml/2006/main" rot="0" flipH="0" flipV="0">
            <a:off x="12026574" y="4847575"/>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36" name="TextBox 36">
            <a:extLst xmlns:a="http://schemas.openxmlformats.org/drawingml/2006/main">
              <a:ext uri="{FF2B5EF4-FFF2-40B4-BE49-F238E27FC236}">
                <a16:creationId xmlns:a16="http://schemas.microsoft.com/office/drawing/2014/main" id="{6DB47E42-0F25-47C8-92C3-16F9BB96647D}"/>
              </a:ext>
            </a:extLst>
          </p:cNvPr>
          <p:cNvSpPr>
            <a:spLocks xmlns:a="http://schemas.openxmlformats.org/drawingml/2006/main" noGrp="1"/>
          </p:cNvSpPr>
          <p:nvPr/>
        </p:nvSpPr>
        <p:spPr>
          <a:xfrm xmlns:a="http://schemas.openxmlformats.org/drawingml/2006/main" rot="0">
            <a:off x="4053312" y="981075"/>
            <a:ext cx="10181376"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600"/>
            </a:defPPr>
            <a:lvl1pPr>
              <a:defRPr sz="3600"/>
            </a:lvl1pPr>
            <a:lvl2pPr>
              <a:defRPr sz="3600"/>
            </a:lvl2pPr>
            <a:lvl3pPr>
              <a:defRPr sz="3600"/>
            </a:lvl3pPr>
            <a:lvl4pPr>
              <a:defRPr sz="3600"/>
            </a:lvl4pPr>
            <a:lvl5pPr>
              <a:defRPr sz="3600"/>
            </a:lvl5pPr>
            <a:lvl6pPr>
              <a:defRPr sz="3600"/>
            </a:lvl6pPr>
            <a:lvl7pPr>
              <a:defRPr sz="3600"/>
            </a:lvl7pPr>
            <a:lvl8pPr>
              <a:defRPr sz="3600"/>
            </a:lvl8pPr>
            <a:lvl9pPr>
              <a:defRPr sz="3600"/>
            </a:lvl9pPr>
          </a:lstStyle>
          <a:p xmlns:a="http://schemas.openxmlformats.org/drawingml/2006/main">
            <a:pPr algn="ctr">
              <a:lnSpc>
                <a:spcPts val="5040"/>
              </a:lnSpc>
              <a:spcBef>
                <a:spcPct val="0"/>
              </a:spcBef>
              <a:buNone/>
            </a:pPr>
            <a:r>
              <a:rPr sz="3600" b="1">
                <a:solidFill>
                  <a:srgbClr val="112F8D"/>
                </a:solidFill>
                <a:latin typeface="TT Fors Bold"/>
                <a:ea typeface="TT Fors Bold"/>
                <a:cs typeface="TT Fors Bold"/>
              </a:rPr>
              <a:t>Metrik Evaluasi Top-K</a:t>
            </a:r>
          </a:p>
        </p:txBody>
      </p:sp>
      <p:sp>
        <p:nvSpPr>
          <p:cNvPr id="37" name="TextBox 37">
            <a:extLst xmlns:a="http://schemas.openxmlformats.org/drawingml/2006/main">
              <a:ext uri="{FF2B5EF4-FFF2-40B4-BE49-F238E27FC236}">
                <a16:creationId xmlns:a16="http://schemas.microsoft.com/office/drawing/2014/main" id="{48339A05-AE30-4E52-8461-32B0DA121652}"/>
              </a:ext>
            </a:extLst>
          </p:cNvPr>
          <p:cNvSpPr>
            <a:spLocks xmlns:a="http://schemas.openxmlformats.org/drawingml/2006/main" noGrp="1"/>
          </p:cNvSpPr>
          <p:nvPr/>
        </p:nvSpPr>
        <p:spPr>
          <a:xfrm xmlns:a="http://schemas.openxmlformats.org/drawingml/2006/main" rot="0">
            <a:off x="4053312" y="1738590"/>
            <a:ext cx="10181376"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800"/>
            </a:defPPr>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algn="ctr">
              <a:lnSpc>
                <a:spcPts val="2940"/>
              </a:lnSpc>
              <a:spcBef>
                <a:spcPct val="0"/>
              </a:spcBef>
              <a:buNone/>
            </a:pPr>
            <a:r>
              <a:rPr sz="1800">
                <a:solidFill>
                  <a:srgbClr val="000000"/>
                </a:solidFill>
                <a:latin typeface="TT Fors"/>
                <a:ea typeface="TT Fors"/>
                <a:cs typeface="TT Fors"/>
              </a:rPr>
              <a:t>HR mengukur hit; NDCG memperhitungkan posisi item target dalam ranking</a:t>
            </a:r>
          </a:p>
        </p:txBody>
      </p:sp>
      <p:sp>
        <p:nvSpPr>
          <p:cNvPr id="38" name="TextBox 38">
            <a:extLst xmlns:a="http://schemas.openxmlformats.org/drawingml/2006/main">
              <a:ext uri="{FF2B5EF4-FFF2-40B4-BE49-F238E27FC236}">
                <a16:creationId xmlns:a16="http://schemas.microsoft.com/office/drawing/2014/main" id="{3A0B9ABE-C5DE-4633-ACF8-B98507FC1521}"/>
              </a:ext>
            </a:extLst>
          </p:cNvPr>
          <p:cNvSpPr>
            <a:spLocks xmlns:a="http://schemas.openxmlformats.org/drawingml/2006/main" noGrp="1"/>
          </p:cNvSpPr>
          <p:nvPr/>
        </p:nvSpPr>
        <p:spPr>
          <a:xfrm xmlns:a="http://schemas.openxmlformats.org/drawingml/2006/main" rot="0">
            <a:off x="4774445" y="3529247"/>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Target ditemukan di lima</a:t>
            </a:r>
          </a:p>
          <a:p xmlns:a="http://schemas.openxmlformats.org/drawingml/2006/main">
            <a:pPr algn="l">
              <a:lnSpc>
                <a:spcPts val="2239"/>
              </a:lnSpc>
              <a:spcBef>
                <a:spcPct val="0"/>
              </a:spcBef>
              <a:buNone/>
            </a:pPr>
            <a:r>
              <a:rPr sz="1425">
                <a:solidFill>
                  <a:srgbClr val="000000"/>
                </a:solidFill>
                <a:latin typeface="TT Fors"/>
                <a:ea typeface="TT Fors"/>
                <a:cs typeface="TT Fors"/>
              </a:rPr>
              <a:t>item peringkat teratas.</a:t>
            </a:r>
          </a:p>
        </p:txBody>
      </p:sp>
      <p:sp>
        <p:nvSpPr>
          <p:cNvPr id="39" name="TextBox 39">
            <a:extLst xmlns:a="http://schemas.openxmlformats.org/drawingml/2006/main">
              <a:ext uri="{FF2B5EF4-FFF2-40B4-BE49-F238E27FC236}">
                <a16:creationId xmlns:a16="http://schemas.microsoft.com/office/drawing/2014/main" id="{77CF9777-15AE-4C09-BA9F-D6FFF0297CCA}"/>
              </a:ext>
            </a:extLst>
          </p:cNvPr>
          <p:cNvSpPr>
            <a:spLocks xmlns:a="http://schemas.openxmlformats.org/drawingml/2006/main" noGrp="1"/>
          </p:cNvSpPr>
          <p:nvPr/>
        </p:nvSpPr>
        <p:spPr>
          <a:xfrm xmlns:a="http://schemas.openxmlformats.org/drawingml/2006/main" rot="0">
            <a:off x="12402005" y="3529247"/>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NDCG menghargai posisi lebih</a:t>
            </a:r>
          </a:p>
          <a:p xmlns:a="http://schemas.openxmlformats.org/drawingml/2006/main">
            <a:pPr algn="l">
              <a:lnSpc>
                <a:spcPts val="2239"/>
              </a:lnSpc>
              <a:spcBef>
                <a:spcPct val="0"/>
              </a:spcBef>
              <a:buNone/>
            </a:pPr>
            <a:r>
              <a:rPr sz="1425">
                <a:solidFill>
                  <a:srgbClr val="000000"/>
                </a:solidFill>
                <a:latin typeface="TT Fors"/>
                <a:ea typeface="TT Fors"/>
                <a:cs typeface="TT Fors"/>
              </a:rPr>
              <a:t>tinggi dalam Top-10.</a:t>
            </a:r>
          </a:p>
        </p:txBody>
      </p:sp>
      <p:sp>
        <p:nvSpPr>
          <p:cNvPr id="40" name="TextBox 40">
            <a:extLst xmlns:a="http://schemas.openxmlformats.org/drawingml/2006/main">
              <a:ext uri="{FF2B5EF4-FFF2-40B4-BE49-F238E27FC236}">
                <a16:creationId xmlns:a16="http://schemas.microsoft.com/office/drawing/2014/main" id="{CFD9FE7F-6962-4677-A0D9-3CE4921F8521}"/>
              </a:ext>
            </a:extLst>
          </p:cNvPr>
          <p:cNvSpPr>
            <a:spLocks xmlns:a="http://schemas.openxmlformats.org/drawingml/2006/main" noGrp="1"/>
          </p:cNvSpPr>
          <p:nvPr/>
        </p:nvSpPr>
        <p:spPr>
          <a:xfrm xmlns:a="http://schemas.openxmlformats.org/drawingml/2006/main" rot="0">
            <a:off x="4774445" y="5746933"/>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Hit di Top-5 diberi bobot lebih</a:t>
            </a:r>
          </a:p>
          <a:p xmlns:a="http://schemas.openxmlformats.org/drawingml/2006/main">
            <a:pPr algn="l">
              <a:lnSpc>
                <a:spcPts val="2239"/>
              </a:lnSpc>
              <a:spcBef>
                <a:spcPct val="0"/>
              </a:spcBef>
              <a:buNone/>
            </a:pPr>
            <a:r>
              <a:rPr sz="1425">
                <a:solidFill>
                  <a:srgbClr val="000000"/>
                </a:solidFill>
                <a:latin typeface="TT Fors"/>
                <a:ea typeface="TT Fors"/>
                <a:cs typeface="TT Fors"/>
              </a:rPr>
              <a:t>tinggi jika posisinya lebih atas.</a:t>
            </a:r>
          </a:p>
        </p:txBody>
      </p:sp>
      <p:sp>
        <p:nvSpPr>
          <p:cNvPr id="41" name="TextBox 41">
            <a:extLst xmlns:a="http://schemas.openxmlformats.org/drawingml/2006/main">
              <a:ext uri="{FF2B5EF4-FFF2-40B4-BE49-F238E27FC236}">
                <a16:creationId xmlns:a16="http://schemas.microsoft.com/office/drawing/2014/main" id="{15CFB9CE-4543-4210-BF01-6AFED39D1DB5}"/>
              </a:ext>
            </a:extLst>
          </p:cNvPr>
          <p:cNvSpPr>
            <a:spLocks xmlns:a="http://schemas.openxmlformats.org/drawingml/2006/main" noGrp="1"/>
          </p:cNvSpPr>
          <p:nvPr/>
        </p:nvSpPr>
        <p:spPr>
          <a:xfrm xmlns:a="http://schemas.openxmlformats.org/drawingml/2006/main" rot="0">
            <a:off x="12402005" y="5746933"/>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Mengukur apakah target muncul</a:t>
            </a:r>
          </a:p>
          <a:p xmlns:a="http://schemas.openxmlformats.org/drawingml/2006/main">
            <a:pPr algn="l">
              <a:lnSpc>
                <a:spcPts val="2239"/>
              </a:lnSpc>
              <a:spcBef>
                <a:spcPct val="0"/>
              </a:spcBef>
              <a:buNone/>
            </a:pPr>
            <a:r>
              <a:rPr sz="1425">
                <a:solidFill>
                  <a:srgbClr val="000000"/>
                </a:solidFill>
                <a:latin typeface="TT Fors"/>
                <a:ea typeface="TT Fors"/>
                <a:cs typeface="TT Fors"/>
              </a:rPr>
              <a:t>di Top-20 rekomendasi.</a:t>
            </a:r>
          </a:p>
        </p:txBody>
      </p:sp>
      <p:sp>
        <p:nvSpPr>
          <p:cNvPr id="42" name="TextBox 42">
            <a:extLst xmlns:a="http://schemas.openxmlformats.org/drawingml/2006/main">
              <a:ext uri="{FF2B5EF4-FFF2-40B4-BE49-F238E27FC236}">
                <a16:creationId xmlns:a16="http://schemas.microsoft.com/office/drawing/2014/main" id="{F3383FDD-2039-41EF-9BD6-CE2BA45AD744}"/>
              </a:ext>
            </a:extLst>
          </p:cNvPr>
          <p:cNvSpPr>
            <a:spLocks xmlns:a="http://schemas.openxmlformats.org/drawingml/2006/main" noGrp="1"/>
          </p:cNvSpPr>
          <p:nvPr/>
        </p:nvSpPr>
        <p:spPr>
          <a:xfrm xmlns:a="http://schemas.openxmlformats.org/drawingml/2006/main" rot="0">
            <a:off x="4774445" y="3146342"/>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HR@5</a:t>
            </a:r>
          </a:p>
        </p:txBody>
      </p:sp>
      <p:sp>
        <p:nvSpPr>
          <p:cNvPr id="43" name="TextBox 43">
            <a:extLst xmlns:a="http://schemas.openxmlformats.org/drawingml/2006/main">
              <a:ext uri="{FF2B5EF4-FFF2-40B4-BE49-F238E27FC236}">
                <a16:creationId xmlns:a16="http://schemas.microsoft.com/office/drawing/2014/main" id="{79159CAF-BB41-4C67-A19B-727561FD22EB}"/>
              </a:ext>
            </a:extLst>
          </p:cNvPr>
          <p:cNvSpPr>
            <a:spLocks xmlns:a="http://schemas.openxmlformats.org/drawingml/2006/main" noGrp="1"/>
          </p:cNvSpPr>
          <p:nvPr/>
        </p:nvSpPr>
        <p:spPr>
          <a:xfrm xmlns:a="http://schemas.openxmlformats.org/drawingml/2006/main" rot="0">
            <a:off x="12402005" y="3146342"/>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NDCG@10</a:t>
            </a:r>
          </a:p>
        </p:txBody>
      </p:sp>
      <p:sp>
        <p:nvSpPr>
          <p:cNvPr id="44" name="TextBox 44">
            <a:extLst xmlns:a="http://schemas.openxmlformats.org/drawingml/2006/main">
              <a:ext uri="{FF2B5EF4-FFF2-40B4-BE49-F238E27FC236}">
                <a16:creationId xmlns:a16="http://schemas.microsoft.com/office/drawing/2014/main" id="{1FE512A4-2B44-4936-818B-071A8065ACF0}"/>
              </a:ext>
            </a:extLst>
          </p:cNvPr>
          <p:cNvSpPr>
            <a:spLocks xmlns:a="http://schemas.openxmlformats.org/drawingml/2006/main" noGrp="1"/>
          </p:cNvSpPr>
          <p:nvPr/>
        </p:nvSpPr>
        <p:spPr>
          <a:xfrm xmlns:a="http://schemas.openxmlformats.org/drawingml/2006/main" rot="0">
            <a:off x="4774445" y="5364028"/>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NDCG@5</a:t>
            </a:r>
          </a:p>
        </p:txBody>
      </p:sp>
      <p:sp>
        <p:nvSpPr>
          <p:cNvPr id="45" name="TextBox 45">
            <a:extLst xmlns:a="http://schemas.openxmlformats.org/drawingml/2006/main">
              <a:ext uri="{FF2B5EF4-FFF2-40B4-BE49-F238E27FC236}">
                <a16:creationId xmlns:a16="http://schemas.microsoft.com/office/drawing/2014/main" id="{AC19B3B1-B5C5-493C-A428-F0919151F5A3}"/>
              </a:ext>
            </a:extLst>
          </p:cNvPr>
          <p:cNvSpPr>
            <a:spLocks xmlns:a="http://schemas.openxmlformats.org/drawingml/2006/main" noGrp="1"/>
          </p:cNvSpPr>
          <p:nvPr/>
        </p:nvSpPr>
        <p:spPr>
          <a:xfrm xmlns:a="http://schemas.openxmlformats.org/drawingml/2006/main" rot="0">
            <a:off x="12402005" y="5364028"/>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HR@20</a:t>
            </a:r>
          </a:p>
        </p:txBody>
      </p:sp>
      <p:sp>
        <p:nvSpPr>
          <p:cNvPr id="46" name="Freeform 46">
            <a:extLst xmlns:a="http://schemas.openxmlformats.org/drawingml/2006/main">
              <a:ext uri="{FF2B5EF4-FFF2-40B4-BE49-F238E27FC236}">
                <a16:creationId xmlns:a16="http://schemas.microsoft.com/office/drawing/2014/main" id="{55D07F0F-6C7F-4518-8DBB-C1C8A3235E6E}"/>
              </a:ext>
            </a:extLst>
          </p:cNvPr>
          <p:cNvSpPr>
            <a:spLocks xmlns:a="http://schemas.openxmlformats.org/drawingml/2006/main" noGrp="1"/>
          </p:cNvSpPr>
          <p:nvPr/>
        </p:nvSpPr>
        <p:spPr>
          <a:xfrm xmlns:a="http://schemas.openxmlformats.org/drawingml/2006/main" rot="0" flipH="0" flipV="0">
            <a:off x="4395869" y="8258624"/>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47" name="Freeform 47">
            <a:extLst xmlns:a="http://schemas.openxmlformats.org/drawingml/2006/main">
              <a:ext uri="{FF2B5EF4-FFF2-40B4-BE49-F238E27FC236}">
                <a16:creationId xmlns:a16="http://schemas.microsoft.com/office/drawing/2014/main" id="{31B2602B-8CCB-495B-A54A-7D5203412309}"/>
              </a:ext>
            </a:extLst>
          </p:cNvPr>
          <p:cNvSpPr>
            <a:spLocks xmlns:a="http://schemas.openxmlformats.org/drawingml/2006/main" noGrp="1"/>
          </p:cNvSpPr>
          <p:nvPr/>
        </p:nvSpPr>
        <p:spPr>
          <a:xfrm xmlns:a="http://schemas.openxmlformats.org/drawingml/2006/main" rot="0" flipH="0" flipV="0">
            <a:off x="12023429" y="8258624"/>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e0970e850f7f4903">
              <a:alphaModFix amt="53000"/>
            </a:blip>
            <a:stretch>
              <a:fillRect l="0" t="0" r="0" b="0"/>
            </a:stretch>
          </a:blipFill>
        </p:spPr>
      </p:sp>
      <p:sp>
        <p:nvSpPr>
          <p:cNvPr id="49" name="Freeform 49">
            <a:extLst xmlns:a="http://schemas.openxmlformats.org/drawingml/2006/main">
              <a:ext uri="{FF2B5EF4-FFF2-40B4-BE49-F238E27FC236}">
                <a16:creationId xmlns:a16="http://schemas.microsoft.com/office/drawing/2014/main" id="{D05D24A7-BA54-4715-8292-63503DE8ACFD}"/>
              </a:ext>
            </a:extLst>
          </p:cNvPr>
          <p:cNvSpPr>
            <a:spLocks xmlns:a="http://schemas.openxmlformats.org/drawingml/2006/main" noGrp="1"/>
          </p:cNvSpPr>
          <p:nvPr/>
        </p:nvSpPr>
        <p:spPr>
          <a:xfrm xmlns:a="http://schemas.openxmlformats.org/drawingml/2006/main" rot="0" flipH="0" flipV="0">
            <a:off x="4399015" y="7209921"/>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50" name="TextBox 50">
            <a:extLst xmlns:a="http://schemas.openxmlformats.org/drawingml/2006/main">
              <a:ext uri="{FF2B5EF4-FFF2-40B4-BE49-F238E27FC236}">
                <a16:creationId xmlns:a16="http://schemas.microsoft.com/office/drawing/2014/main" id="{A8DB6B0F-237B-49A8-BCFE-1A050D420364}"/>
              </a:ext>
            </a:extLst>
          </p:cNvPr>
          <p:cNvSpPr>
            <a:spLocks xmlns:a="http://schemas.openxmlformats.org/drawingml/2006/main" noGrp="1"/>
          </p:cNvSpPr>
          <p:nvPr/>
        </p:nvSpPr>
        <p:spPr>
          <a:xfrm xmlns:a="http://schemas.openxmlformats.org/drawingml/2006/main" rot="0" flipH="0" flipV="0">
            <a:off x="4399015" y="7065261"/>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52" name="Freeform 52">
            <a:extLst xmlns:a="http://schemas.openxmlformats.org/drawingml/2006/main">
              <a:ext uri="{FF2B5EF4-FFF2-40B4-BE49-F238E27FC236}">
                <a16:creationId xmlns:a16="http://schemas.microsoft.com/office/drawing/2014/main" id="{0FFF78C5-D177-42AE-AC5C-43947000E47F}"/>
              </a:ext>
            </a:extLst>
          </p:cNvPr>
          <p:cNvSpPr>
            <a:spLocks xmlns:a="http://schemas.openxmlformats.org/drawingml/2006/main" noGrp="1"/>
          </p:cNvSpPr>
          <p:nvPr/>
        </p:nvSpPr>
        <p:spPr>
          <a:xfrm xmlns:a="http://schemas.openxmlformats.org/drawingml/2006/main" rot="0" flipH="0" flipV="0">
            <a:off x="12026574" y="7209921"/>
            <a:ext cx="4459235" cy="1714500"/>
          </a:xfrm>
          <a:custGeom xmlns:a="http://schemas.openxmlformats.org/drawingml/2006/main">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53" name="TextBox 53">
            <a:extLst xmlns:a="http://schemas.openxmlformats.org/drawingml/2006/main">
              <a:ext uri="{FF2B5EF4-FFF2-40B4-BE49-F238E27FC236}">
                <a16:creationId xmlns:a16="http://schemas.microsoft.com/office/drawing/2014/main" id="{3E88726B-2F84-46B7-A585-C7635A3973C5}"/>
              </a:ext>
            </a:extLst>
          </p:cNvPr>
          <p:cNvSpPr>
            <a:spLocks xmlns:a="http://schemas.openxmlformats.org/drawingml/2006/main" noGrp="1"/>
          </p:cNvSpPr>
          <p:nvPr/>
        </p:nvSpPr>
        <p:spPr>
          <a:xfrm xmlns:a="http://schemas.openxmlformats.org/drawingml/2006/main" rot="0" flipH="0" flipV="0">
            <a:off x="12026574" y="7065261"/>
            <a:ext cx="4459235" cy="185916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54" name="TextBox 54">
            <a:extLst xmlns:a="http://schemas.openxmlformats.org/drawingml/2006/main">
              <a:ext uri="{FF2B5EF4-FFF2-40B4-BE49-F238E27FC236}">
                <a16:creationId xmlns:a16="http://schemas.microsoft.com/office/drawing/2014/main" id="{7687B1CE-0728-422A-9021-EB969C64B533}"/>
              </a:ext>
            </a:extLst>
          </p:cNvPr>
          <p:cNvSpPr>
            <a:spLocks xmlns:a="http://schemas.openxmlformats.org/drawingml/2006/main" noGrp="1"/>
          </p:cNvSpPr>
          <p:nvPr/>
        </p:nvSpPr>
        <p:spPr>
          <a:xfrm xmlns:a="http://schemas.openxmlformats.org/drawingml/2006/main" rot="0">
            <a:off x="4774445" y="7964619"/>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Target ditemukan di sepuluh</a:t>
            </a:r>
          </a:p>
          <a:p xmlns:a="http://schemas.openxmlformats.org/drawingml/2006/main">
            <a:pPr algn="l">
              <a:lnSpc>
                <a:spcPts val="2239"/>
              </a:lnSpc>
              <a:spcBef>
                <a:spcPct val="0"/>
              </a:spcBef>
              <a:buNone/>
            </a:pPr>
            <a:r>
              <a:rPr sz="1425">
                <a:solidFill>
                  <a:srgbClr val="000000"/>
                </a:solidFill>
                <a:latin typeface="TT Fors"/>
                <a:ea typeface="TT Fors"/>
                <a:cs typeface="TT Fors"/>
              </a:rPr>
              <a:t>item peringkat teratas.</a:t>
            </a:r>
          </a:p>
        </p:txBody>
      </p:sp>
      <p:sp>
        <p:nvSpPr>
          <p:cNvPr id="55" name="TextBox 55">
            <a:extLst xmlns:a="http://schemas.openxmlformats.org/drawingml/2006/main">
              <a:ext uri="{FF2B5EF4-FFF2-40B4-BE49-F238E27FC236}">
                <a16:creationId xmlns:a16="http://schemas.microsoft.com/office/drawing/2014/main" id="{2A9B3F52-9CC4-437D-8C3D-7EC3D9B0FF6C}"/>
              </a:ext>
            </a:extLst>
          </p:cNvPr>
          <p:cNvSpPr>
            <a:spLocks xmlns:a="http://schemas.openxmlformats.org/drawingml/2006/main" noGrp="1"/>
          </p:cNvSpPr>
          <p:nvPr/>
        </p:nvSpPr>
        <p:spPr>
          <a:xfrm xmlns:a="http://schemas.openxmlformats.org/drawingml/2006/main" rot="0">
            <a:off x="12402005" y="7964619"/>
            <a:ext cx="4083805"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425"/>
            </a:defPPr>
            <a:lvl1pPr>
              <a:defRPr sz="1425"/>
            </a:lvl1pPr>
            <a:lvl2pPr>
              <a:defRPr sz="1425"/>
            </a:lvl2pPr>
            <a:lvl3pPr>
              <a:defRPr sz="1425"/>
            </a:lvl3pPr>
            <a:lvl4pPr>
              <a:defRPr sz="1425"/>
            </a:lvl4pPr>
            <a:lvl5pPr>
              <a:defRPr sz="1425"/>
            </a:lvl5pPr>
            <a:lvl6pPr>
              <a:defRPr sz="1425"/>
            </a:lvl6pPr>
            <a:lvl7pPr>
              <a:defRPr sz="1425"/>
            </a:lvl7pPr>
            <a:lvl8pPr>
              <a:defRPr sz="1425"/>
            </a:lvl8pPr>
            <a:lvl9pPr>
              <a:defRPr sz="1425"/>
            </a:lvl9pPr>
          </a:lstStyle>
          <a:p xmlns:a="http://schemas.openxmlformats.org/drawingml/2006/main">
            <a:pPr algn="l">
              <a:lnSpc>
                <a:spcPts val="2239"/>
              </a:lnSpc>
              <a:spcBef>
                <a:spcPct val="0"/>
              </a:spcBef>
              <a:buNone/>
            </a:pPr>
            <a:r>
              <a:rPr sz="1425">
                <a:solidFill>
                  <a:srgbClr val="000000"/>
                </a:solidFill>
                <a:latin typeface="TT Fors"/>
                <a:ea typeface="TT Fors"/>
                <a:cs typeface="TT Fors"/>
              </a:rPr>
              <a:t>Mengukur hit sekaligus memberi</a:t>
            </a:r>
          </a:p>
          <a:p xmlns:a="http://schemas.openxmlformats.org/drawingml/2006/main">
            <a:pPr algn="l">
              <a:lnSpc>
                <a:spcPts val="2239"/>
              </a:lnSpc>
              <a:spcBef>
                <a:spcPct val="0"/>
              </a:spcBef>
              <a:buNone/>
            </a:pPr>
            <a:r>
              <a:rPr sz="1425">
                <a:solidFill>
                  <a:srgbClr val="000000"/>
                </a:solidFill>
                <a:latin typeface="TT Fors"/>
                <a:ea typeface="TT Fors"/>
                <a:cs typeface="TT Fors"/>
              </a:rPr>
              <a:t>bobot pada urutan Top-20.</a:t>
            </a:r>
          </a:p>
        </p:txBody>
      </p:sp>
      <p:sp>
        <p:nvSpPr>
          <p:cNvPr id="56" name="TextBox 56">
            <a:extLst xmlns:a="http://schemas.openxmlformats.org/drawingml/2006/main">
              <a:ext uri="{FF2B5EF4-FFF2-40B4-BE49-F238E27FC236}">
                <a16:creationId xmlns:a16="http://schemas.microsoft.com/office/drawing/2014/main" id="{E2BDB614-BC9D-44B7-AB03-5D5F5E75AB9B}"/>
              </a:ext>
            </a:extLst>
          </p:cNvPr>
          <p:cNvSpPr>
            <a:spLocks xmlns:a="http://schemas.openxmlformats.org/drawingml/2006/main" noGrp="1"/>
          </p:cNvSpPr>
          <p:nvPr/>
        </p:nvSpPr>
        <p:spPr>
          <a:xfrm xmlns:a="http://schemas.openxmlformats.org/drawingml/2006/main" rot="0">
            <a:off x="4774445" y="7581714"/>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HR@10</a:t>
            </a:r>
          </a:p>
        </p:txBody>
      </p:sp>
      <p:sp>
        <p:nvSpPr>
          <p:cNvPr id="57" name="TextBox 57">
            <a:extLst xmlns:a="http://schemas.openxmlformats.org/drawingml/2006/main">
              <a:ext uri="{FF2B5EF4-FFF2-40B4-BE49-F238E27FC236}">
                <a16:creationId xmlns:a16="http://schemas.microsoft.com/office/drawing/2014/main" id="{080F136E-54EC-4C0D-A679-AE65CB2FF872}"/>
              </a:ext>
            </a:extLst>
          </p:cNvPr>
          <p:cNvSpPr>
            <a:spLocks xmlns:a="http://schemas.openxmlformats.org/drawingml/2006/main" noGrp="1"/>
          </p:cNvSpPr>
          <p:nvPr/>
        </p:nvSpPr>
        <p:spPr>
          <a:xfrm xmlns:a="http://schemas.openxmlformats.org/drawingml/2006/main" rot="0">
            <a:off x="12402005" y="7581714"/>
            <a:ext cx="4083805"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NDCG@20</a:t>
            </a:r>
          </a:p>
        </p:txBody>
      </p:sp>
      <p:sp>
        <p:nvSpPr>
          <p:cNvPr id="59" name="Freeform 59">
            <a:extLst xmlns:a="http://schemas.openxmlformats.org/drawingml/2006/main">
              <a:ext uri="{FF2B5EF4-FFF2-40B4-BE49-F238E27FC236}">
                <a16:creationId xmlns:a16="http://schemas.microsoft.com/office/drawing/2014/main" id="{DDAA289F-EADB-496A-8D0B-AFCBEB68C8A0}"/>
              </a:ext>
            </a:extLst>
          </p:cNvPr>
          <p:cNvSpPr>
            <a:spLocks xmlns:a="http://schemas.openxmlformats.org/drawingml/2006/main" noGrp="1"/>
          </p:cNvSpPr>
          <p:nvPr/>
        </p:nvSpPr>
        <p:spPr>
          <a:xfrm xmlns:a="http://schemas.openxmlformats.org/drawingml/2006/main" rot="0" flipH="0" flipV="0">
            <a:off x="4291298" y="3527228"/>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122359"/>
          </a:solidFill>
        </p:spPr>
      </p:sp>
      <p:sp>
        <p:nvSpPr>
          <p:cNvPr id="60" name="TextBox 60">
            <a:extLst xmlns:a="http://schemas.openxmlformats.org/drawingml/2006/main">
              <a:ext uri="{FF2B5EF4-FFF2-40B4-BE49-F238E27FC236}">
                <a16:creationId xmlns:a16="http://schemas.microsoft.com/office/drawing/2014/main" id="{B8319790-8E49-4ABA-A93B-68E2BE9CE10A}"/>
              </a:ext>
            </a:extLst>
          </p:cNvPr>
          <p:cNvSpPr>
            <a:spLocks xmlns:a="http://schemas.openxmlformats.org/drawingml/2006/main" noGrp="1"/>
          </p:cNvSpPr>
          <p:nvPr/>
        </p:nvSpPr>
        <p:spPr>
          <a:xfrm xmlns:a="http://schemas.openxmlformats.org/drawingml/2006/main" rot="0" flipH="0" flipV="0">
            <a:off x="4310905" y="3537031"/>
            <a:ext cx="169927" cy="17973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62" name="Freeform 62">
            <a:extLst xmlns:a="http://schemas.openxmlformats.org/drawingml/2006/main">
              <a:ext uri="{FF2B5EF4-FFF2-40B4-BE49-F238E27FC236}">
                <a16:creationId xmlns:a16="http://schemas.microsoft.com/office/drawing/2014/main" id="{236E1456-14CB-4913-A841-E28D46AC83B8}"/>
              </a:ext>
            </a:extLst>
          </p:cNvPr>
          <p:cNvSpPr>
            <a:spLocks xmlns:a="http://schemas.openxmlformats.org/drawingml/2006/main" noGrp="1"/>
          </p:cNvSpPr>
          <p:nvPr/>
        </p:nvSpPr>
        <p:spPr>
          <a:xfrm xmlns:a="http://schemas.openxmlformats.org/drawingml/2006/main" rot="0" flipH="0" flipV="0">
            <a:off x="11918858" y="3527228"/>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68D54"/>
          </a:solidFill>
        </p:spPr>
      </p:sp>
      <p:sp>
        <p:nvSpPr>
          <p:cNvPr id="63" name="TextBox 63">
            <a:extLst xmlns:a="http://schemas.openxmlformats.org/drawingml/2006/main">
              <a:ext uri="{FF2B5EF4-FFF2-40B4-BE49-F238E27FC236}">
                <a16:creationId xmlns:a16="http://schemas.microsoft.com/office/drawing/2014/main" id="{7343C1D5-7B12-4190-8CAF-217F28953E6A}"/>
              </a:ext>
            </a:extLst>
          </p:cNvPr>
          <p:cNvSpPr>
            <a:spLocks xmlns:a="http://schemas.openxmlformats.org/drawingml/2006/main" noGrp="1"/>
          </p:cNvSpPr>
          <p:nvPr/>
        </p:nvSpPr>
        <p:spPr>
          <a:xfrm xmlns:a="http://schemas.openxmlformats.org/drawingml/2006/main" rot="0" flipH="0" flipV="0">
            <a:off x="11938465" y="3534580"/>
            <a:ext cx="169927" cy="18218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p>
        </p:txBody>
      </p:sp>
      <p:sp>
        <p:nvSpPr>
          <p:cNvPr id="65" name="Freeform 65">
            <a:extLst xmlns:a="http://schemas.openxmlformats.org/drawingml/2006/main">
              <a:ext uri="{FF2B5EF4-FFF2-40B4-BE49-F238E27FC236}">
                <a16:creationId xmlns:a16="http://schemas.microsoft.com/office/drawing/2014/main" id="{767CEE75-5C43-4BE6-8EEF-5562E710FDAE}"/>
              </a:ext>
            </a:extLst>
          </p:cNvPr>
          <p:cNvSpPr>
            <a:spLocks xmlns:a="http://schemas.openxmlformats.org/drawingml/2006/main" noGrp="1"/>
          </p:cNvSpPr>
          <p:nvPr/>
        </p:nvSpPr>
        <p:spPr>
          <a:xfrm xmlns:a="http://schemas.openxmlformats.org/drawingml/2006/main" rot="0" flipH="0" flipV="0">
            <a:off x="4291298" y="5744914"/>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3C6198"/>
          </a:solidFill>
        </p:spPr>
      </p:sp>
      <p:sp>
        <p:nvSpPr>
          <p:cNvPr id="66" name="TextBox 66">
            <a:extLst xmlns:a="http://schemas.openxmlformats.org/drawingml/2006/main">
              <a:ext uri="{FF2B5EF4-FFF2-40B4-BE49-F238E27FC236}">
                <a16:creationId xmlns:a16="http://schemas.microsoft.com/office/drawing/2014/main" id="{62C2CE56-C36F-46EF-96EE-E4002EA7A183}"/>
              </a:ext>
            </a:extLst>
          </p:cNvPr>
          <p:cNvSpPr>
            <a:spLocks xmlns:a="http://schemas.openxmlformats.org/drawingml/2006/main" noGrp="1"/>
          </p:cNvSpPr>
          <p:nvPr/>
        </p:nvSpPr>
        <p:spPr>
          <a:xfrm xmlns:a="http://schemas.openxmlformats.org/drawingml/2006/main" rot="0" flipH="0" flipV="0">
            <a:off x="4310905" y="5754717"/>
            <a:ext cx="169927" cy="17973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68" name="Freeform 68">
            <a:extLst xmlns:a="http://schemas.openxmlformats.org/drawingml/2006/main">
              <a:ext uri="{FF2B5EF4-FFF2-40B4-BE49-F238E27FC236}">
                <a16:creationId xmlns:a16="http://schemas.microsoft.com/office/drawing/2014/main" id="{85271FAE-8F3E-4971-805B-690AFF26A2D1}"/>
              </a:ext>
            </a:extLst>
          </p:cNvPr>
          <p:cNvSpPr>
            <a:spLocks xmlns:a="http://schemas.openxmlformats.org/drawingml/2006/main" noGrp="1"/>
          </p:cNvSpPr>
          <p:nvPr/>
        </p:nvSpPr>
        <p:spPr>
          <a:xfrm xmlns:a="http://schemas.openxmlformats.org/drawingml/2006/main" rot="0" flipH="0" flipV="0">
            <a:off x="11918858" y="5744914"/>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E7DED6"/>
          </a:solidFill>
        </p:spPr>
      </p:sp>
      <p:sp>
        <p:nvSpPr>
          <p:cNvPr id="69" name="TextBox 69">
            <a:extLst xmlns:a="http://schemas.openxmlformats.org/drawingml/2006/main">
              <a:ext uri="{FF2B5EF4-FFF2-40B4-BE49-F238E27FC236}">
                <a16:creationId xmlns:a16="http://schemas.microsoft.com/office/drawing/2014/main" id="{E81ED5DB-E52F-4BCB-A04C-7D3362354904}"/>
              </a:ext>
            </a:extLst>
          </p:cNvPr>
          <p:cNvSpPr>
            <a:spLocks xmlns:a="http://schemas.openxmlformats.org/drawingml/2006/main" noGrp="1"/>
          </p:cNvSpPr>
          <p:nvPr/>
        </p:nvSpPr>
        <p:spPr>
          <a:xfrm xmlns:a="http://schemas.openxmlformats.org/drawingml/2006/main" rot="0" flipH="0" flipV="0">
            <a:off x="11938465" y="5752266"/>
            <a:ext cx="169927" cy="18218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p>
        </p:txBody>
      </p:sp>
      <p:sp>
        <p:nvSpPr>
          <p:cNvPr id="71" name="Freeform 71">
            <a:extLst xmlns:a="http://schemas.openxmlformats.org/drawingml/2006/main">
              <a:ext uri="{FF2B5EF4-FFF2-40B4-BE49-F238E27FC236}">
                <a16:creationId xmlns:a16="http://schemas.microsoft.com/office/drawing/2014/main" id="{24F3017E-6C07-4BE8-B931-0317932FB512}"/>
              </a:ext>
            </a:extLst>
          </p:cNvPr>
          <p:cNvSpPr>
            <a:spLocks xmlns:a="http://schemas.openxmlformats.org/drawingml/2006/main" noGrp="1"/>
          </p:cNvSpPr>
          <p:nvPr/>
        </p:nvSpPr>
        <p:spPr>
          <a:xfrm xmlns:a="http://schemas.openxmlformats.org/drawingml/2006/main" rot="0" flipH="0" flipV="0">
            <a:off x="4291298" y="7962600"/>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BEC8D9"/>
          </a:solidFill>
        </p:spPr>
      </p:sp>
      <p:sp>
        <p:nvSpPr>
          <p:cNvPr id="72" name="TextBox 72">
            <a:extLst xmlns:a="http://schemas.openxmlformats.org/drawingml/2006/main">
              <a:ext uri="{FF2B5EF4-FFF2-40B4-BE49-F238E27FC236}">
                <a16:creationId xmlns:a16="http://schemas.microsoft.com/office/drawing/2014/main" id="{573EA9CE-0F86-4375-A146-FEBDD6CBC1A9}"/>
              </a:ext>
            </a:extLst>
          </p:cNvPr>
          <p:cNvSpPr>
            <a:spLocks xmlns:a="http://schemas.openxmlformats.org/drawingml/2006/main" noGrp="1"/>
          </p:cNvSpPr>
          <p:nvPr/>
        </p:nvSpPr>
        <p:spPr>
          <a:xfrm xmlns:a="http://schemas.openxmlformats.org/drawingml/2006/main" rot="0" flipH="0" flipV="0">
            <a:off x="4310905" y="7972403"/>
            <a:ext cx="169927" cy="17973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74" name="Freeform 74">
            <a:extLst xmlns:a="http://schemas.openxmlformats.org/drawingml/2006/main">
              <a:ext uri="{FF2B5EF4-FFF2-40B4-BE49-F238E27FC236}">
                <a16:creationId xmlns:a16="http://schemas.microsoft.com/office/drawing/2014/main" id="{A42A5D49-F67C-4AA6-B093-5314CCE84B8E}"/>
              </a:ext>
            </a:extLst>
          </p:cNvPr>
          <p:cNvSpPr>
            <a:spLocks xmlns:a="http://schemas.openxmlformats.org/drawingml/2006/main" noGrp="1"/>
          </p:cNvSpPr>
          <p:nvPr/>
        </p:nvSpPr>
        <p:spPr>
          <a:xfrm xmlns:a="http://schemas.openxmlformats.org/drawingml/2006/main" rot="0" flipH="0" flipV="0">
            <a:off x="11918858" y="7962600"/>
            <a:ext cx="209142" cy="20914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BF6EF"/>
          </a:solidFill>
        </p:spPr>
      </p:sp>
      <p:sp>
        <p:nvSpPr>
          <p:cNvPr id="75" name="TextBox 75">
            <a:extLst xmlns:a="http://schemas.openxmlformats.org/drawingml/2006/main">
              <a:ext uri="{FF2B5EF4-FFF2-40B4-BE49-F238E27FC236}">
                <a16:creationId xmlns:a16="http://schemas.microsoft.com/office/drawing/2014/main" id="{FAE2C340-1F45-4F0C-855C-550141AD7EE0}"/>
              </a:ext>
            </a:extLst>
          </p:cNvPr>
          <p:cNvSpPr>
            <a:spLocks xmlns:a="http://schemas.openxmlformats.org/drawingml/2006/main" noGrp="1"/>
          </p:cNvSpPr>
          <p:nvPr/>
        </p:nvSpPr>
        <p:spPr>
          <a:xfrm xmlns:a="http://schemas.openxmlformats.org/drawingml/2006/main" rot="0" flipH="0" flipV="0">
            <a:off x="11938465" y="7969952"/>
            <a:ext cx="169927" cy="18218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3779"/>
              </a:lnSpc>
              <a:spcBef>
                <a:spcPct val="0"/>
              </a:spcBef>
              <a:buNone/>
            </a:pPr>
          </a:p>
        </p:txBody>
      </p:sp>
      <p:sp>
        <p:nvSpPr>
          <p:cNvPr id="76" name="AutoShape 76">
            <a:extLst xmlns:a="http://schemas.openxmlformats.org/drawingml/2006/main">
              <a:ext uri="{FF2B5EF4-FFF2-40B4-BE49-F238E27FC236}">
                <a16:creationId xmlns:a16="http://schemas.microsoft.com/office/drawing/2014/main" id="{1D34259B-9E5F-44B1-B9EE-609D5D8E6130}"/>
              </a:ext>
            </a:extLst>
          </p:cNvPr>
          <p:cNvSpPr>
            <a:spLocks xmlns:a="http://schemas.openxmlformats.org/drawingml/2006/main" noGrp="1"/>
          </p:cNvSpPr>
          <p:nvPr/>
        </p:nvSpPr>
        <p:spPr>
          <a:xfrm xmlns:a="http://schemas.openxmlformats.org/drawingml/2006/main" flipV="1">
            <a:off x="3040361" y="3631799"/>
            <a:ext cx="1250937" cy="5024"/>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77" name="AutoShape 77">
            <a:extLst xmlns:a="http://schemas.openxmlformats.org/drawingml/2006/main">
              <a:ext uri="{FF2B5EF4-FFF2-40B4-BE49-F238E27FC236}">
                <a16:creationId xmlns:a16="http://schemas.microsoft.com/office/drawing/2014/main" id="{8BB3372A-56B8-4B67-AC5B-875103965174}"/>
              </a:ext>
            </a:extLst>
          </p:cNvPr>
          <p:cNvSpPr>
            <a:spLocks xmlns:a="http://schemas.openxmlformats.org/drawingml/2006/main" noGrp="1"/>
          </p:cNvSpPr>
          <p:nvPr/>
        </p:nvSpPr>
        <p:spPr>
          <a:xfrm xmlns:a="http://schemas.openxmlformats.org/drawingml/2006/main" flipV="1">
            <a:off x="10667921" y="3631799"/>
            <a:ext cx="1250937" cy="5024"/>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78" name="AutoShape 78">
            <a:extLst xmlns:a="http://schemas.openxmlformats.org/drawingml/2006/main">
              <a:ext uri="{FF2B5EF4-FFF2-40B4-BE49-F238E27FC236}">
                <a16:creationId xmlns:a16="http://schemas.microsoft.com/office/drawing/2014/main" id="{6302DC2E-FAA3-4F63-86E9-D01AAB3CA958}"/>
              </a:ext>
            </a:extLst>
          </p:cNvPr>
          <p:cNvSpPr>
            <a:spLocks xmlns:a="http://schemas.openxmlformats.org/drawingml/2006/main" noGrp="1"/>
          </p:cNvSpPr>
          <p:nvPr/>
        </p:nvSpPr>
        <p:spPr>
          <a:xfrm xmlns:a="http://schemas.openxmlformats.org/drawingml/2006/main" flipV="1">
            <a:off x="3040361" y="5849485"/>
            <a:ext cx="1250937" cy="0"/>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79" name="AutoShape 79">
            <a:extLst xmlns:a="http://schemas.openxmlformats.org/drawingml/2006/main">
              <a:ext uri="{FF2B5EF4-FFF2-40B4-BE49-F238E27FC236}">
                <a16:creationId xmlns:a16="http://schemas.microsoft.com/office/drawing/2014/main" id="{0E4E13BF-5AE9-4A6D-B704-725C2E0CB11C}"/>
              </a:ext>
            </a:extLst>
          </p:cNvPr>
          <p:cNvSpPr>
            <a:spLocks xmlns:a="http://schemas.openxmlformats.org/drawingml/2006/main" noGrp="1"/>
          </p:cNvSpPr>
          <p:nvPr/>
        </p:nvSpPr>
        <p:spPr>
          <a:xfrm xmlns:a="http://schemas.openxmlformats.org/drawingml/2006/main" flipV="1">
            <a:off x="10667921" y="5849485"/>
            <a:ext cx="1250937" cy="0"/>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80" name="AutoShape 80">
            <a:extLst xmlns:a="http://schemas.openxmlformats.org/drawingml/2006/main">
              <a:ext uri="{FF2B5EF4-FFF2-40B4-BE49-F238E27FC236}">
                <a16:creationId xmlns:a16="http://schemas.microsoft.com/office/drawing/2014/main" id="{1792C9A2-FDC0-4053-BA94-95B70BEC8537}"/>
              </a:ext>
            </a:extLst>
          </p:cNvPr>
          <p:cNvSpPr>
            <a:spLocks xmlns:a="http://schemas.openxmlformats.org/drawingml/2006/main" noGrp="1"/>
          </p:cNvSpPr>
          <p:nvPr/>
        </p:nvSpPr>
        <p:spPr>
          <a:xfrm xmlns:a="http://schemas.openxmlformats.org/drawingml/2006/main">
            <a:off x="3056950" y="8067171"/>
            <a:ext cx="1234348" cy="0"/>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81" name="AutoShape 81">
            <a:extLst xmlns:a="http://schemas.openxmlformats.org/drawingml/2006/main">
              <a:ext uri="{FF2B5EF4-FFF2-40B4-BE49-F238E27FC236}">
                <a16:creationId xmlns:a16="http://schemas.microsoft.com/office/drawing/2014/main" id="{DFFF6617-EA0E-404F-9B14-B2DB55960248}"/>
              </a:ext>
            </a:extLst>
          </p:cNvPr>
          <p:cNvSpPr>
            <a:spLocks xmlns:a="http://schemas.openxmlformats.org/drawingml/2006/main" noGrp="1"/>
          </p:cNvSpPr>
          <p:nvPr/>
        </p:nvSpPr>
        <p:spPr>
          <a:xfrm xmlns:a="http://schemas.openxmlformats.org/drawingml/2006/main">
            <a:off x="10684509" y="8067171"/>
            <a:ext cx="1234348" cy="0"/>
          </a:xfrm>
          <a:prstGeom xmlns:a="http://schemas.openxmlformats.org/drawingml/2006/main" prst="line">
            <a:avLst/>
          </a:prstGeom>
          <a:ln xmlns:a="http://schemas.openxmlformats.org/drawingml/2006/main" w="38100" cap="flat">
            <a:solidFill>
              <a:srgbClr val="BEC8D9"/>
            </a:solidFill>
            <a:prstDash val="solid"/>
            <a:headEnd type="none" w="sm" len="sm"/>
            <a:tailEnd type="none" w="sm" len="sm"/>
          </a:ln>
        </p:spPr>
      </p:sp>
      <p:sp>
        <p:nvSpPr>
          <p:cNvPr id="83" name="Freeform 83">
            <a:extLst xmlns:a="http://schemas.openxmlformats.org/drawingml/2006/main">
              <a:ext uri="{FF2B5EF4-FFF2-40B4-BE49-F238E27FC236}">
                <a16:creationId xmlns:a16="http://schemas.microsoft.com/office/drawing/2014/main" id="{03C556F8-F1A7-4967-82AA-F3417F3432ED}"/>
              </a:ext>
            </a:extLst>
          </p:cNvPr>
          <p:cNvSpPr>
            <a:spLocks xmlns:a="http://schemas.openxmlformats.org/drawingml/2006/main" noGrp="1"/>
          </p:cNvSpPr>
          <p:nvPr/>
        </p:nvSpPr>
        <p:spPr>
          <a:xfrm xmlns:a="http://schemas.openxmlformats.org/drawingml/2006/main" rot="0" flipH="0" flipV="0">
            <a:off x="3466416" y="2476500"/>
            <a:ext cx="361099" cy="2610091"/>
          </a:xfrm>
          <a:custGeom xmlns:a="http://schemas.openxmlformats.org/drawingml/2006/main">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xmlns:a="http://schemas.openxmlformats.org/drawingml/2006/main">
            <a:srgbClr val="122359"/>
          </a:solidFill>
        </p:spPr>
      </p:sp>
      <p:sp>
        <p:nvSpPr>
          <p:cNvPr id="84" name="TextBox 84">
            <a:extLst xmlns:a="http://schemas.openxmlformats.org/drawingml/2006/main">
              <a:ext uri="{FF2B5EF4-FFF2-40B4-BE49-F238E27FC236}">
                <a16:creationId xmlns:a16="http://schemas.microsoft.com/office/drawing/2014/main" id="{3DBFE8D3-4F00-4E8E-97DC-FC7E63C4C28E}"/>
              </a:ext>
            </a:extLst>
          </p:cNvPr>
          <p:cNvSpPr>
            <a:spLocks xmlns:a="http://schemas.openxmlformats.org/drawingml/2006/main" noGrp="1"/>
          </p:cNvSpPr>
          <p:nvPr/>
        </p:nvSpPr>
        <p:spPr>
          <a:xfrm xmlns:a="http://schemas.openxmlformats.org/drawingml/2006/main" rot="0" flipH="0" flipV="0">
            <a:off x="3466416" y="2331839"/>
            <a:ext cx="361099" cy="2754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86" name="Freeform 86">
            <a:extLst xmlns:a="http://schemas.openxmlformats.org/drawingml/2006/main">
              <a:ext uri="{FF2B5EF4-FFF2-40B4-BE49-F238E27FC236}">
                <a16:creationId xmlns:a16="http://schemas.microsoft.com/office/drawing/2014/main" id="{465428DE-EFA2-477C-8F98-F392E53DA71B}"/>
              </a:ext>
            </a:extLst>
          </p:cNvPr>
          <p:cNvSpPr>
            <a:spLocks xmlns:a="http://schemas.openxmlformats.org/drawingml/2006/main" noGrp="1"/>
          </p:cNvSpPr>
          <p:nvPr/>
        </p:nvSpPr>
        <p:spPr>
          <a:xfrm xmlns:a="http://schemas.openxmlformats.org/drawingml/2006/main" rot="0" flipH="0" flipV="0">
            <a:off x="11093976" y="2476500"/>
            <a:ext cx="361099" cy="2610091"/>
          </a:xfrm>
          <a:custGeom xmlns:a="http://schemas.openxmlformats.org/drawingml/2006/main">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xmlns:a="http://schemas.openxmlformats.org/drawingml/2006/main">
            <a:srgbClr val="F68D54"/>
          </a:solidFill>
        </p:spPr>
      </p:sp>
      <p:sp>
        <p:nvSpPr>
          <p:cNvPr id="87" name="TextBox 87">
            <a:extLst xmlns:a="http://schemas.openxmlformats.org/drawingml/2006/main">
              <a:ext uri="{FF2B5EF4-FFF2-40B4-BE49-F238E27FC236}">
                <a16:creationId xmlns:a16="http://schemas.microsoft.com/office/drawing/2014/main" id="{E2F026F8-8EC9-41F6-8404-FDFB4EC172A9}"/>
              </a:ext>
            </a:extLst>
          </p:cNvPr>
          <p:cNvSpPr>
            <a:spLocks xmlns:a="http://schemas.openxmlformats.org/drawingml/2006/main" noGrp="1"/>
          </p:cNvSpPr>
          <p:nvPr/>
        </p:nvSpPr>
        <p:spPr>
          <a:xfrm xmlns:a="http://schemas.openxmlformats.org/drawingml/2006/main" rot="0" flipH="0" flipV="0">
            <a:off x="11093976" y="2331839"/>
            <a:ext cx="361099" cy="2754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89" name="Freeform 89">
            <a:extLst xmlns:a="http://schemas.openxmlformats.org/drawingml/2006/main">
              <a:ext uri="{FF2B5EF4-FFF2-40B4-BE49-F238E27FC236}">
                <a16:creationId xmlns:a16="http://schemas.microsoft.com/office/drawing/2014/main" id="{C27C84D4-F987-478C-8A36-88A07C4A2EED}"/>
              </a:ext>
            </a:extLst>
          </p:cNvPr>
          <p:cNvSpPr>
            <a:spLocks xmlns:a="http://schemas.openxmlformats.org/drawingml/2006/main" noGrp="1"/>
          </p:cNvSpPr>
          <p:nvPr/>
        </p:nvSpPr>
        <p:spPr>
          <a:xfrm xmlns:a="http://schemas.openxmlformats.org/drawingml/2006/main" rot="0" flipH="0" flipV="0">
            <a:off x="3466416" y="4707615"/>
            <a:ext cx="361099" cy="2502306"/>
          </a:xfrm>
          <a:custGeom xmlns:a="http://schemas.openxmlformats.org/drawingml/2006/main">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xmlns:a="http://schemas.openxmlformats.org/drawingml/2006/main">
            <a:srgbClr val="3C6198"/>
          </a:solidFill>
        </p:spPr>
      </p:sp>
      <p:sp>
        <p:nvSpPr>
          <p:cNvPr id="90" name="TextBox 90">
            <a:extLst xmlns:a="http://schemas.openxmlformats.org/drawingml/2006/main">
              <a:ext uri="{FF2B5EF4-FFF2-40B4-BE49-F238E27FC236}">
                <a16:creationId xmlns:a16="http://schemas.microsoft.com/office/drawing/2014/main" id="{91A43D9A-DBA5-4E3F-93C3-47968B6FFF2E}"/>
              </a:ext>
            </a:extLst>
          </p:cNvPr>
          <p:cNvSpPr>
            <a:spLocks xmlns:a="http://schemas.openxmlformats.org/drawingml/2006/main" noGrp="1"/>
          </p:cNvSpPr>
          <p:nvPr/>
        </p:nvSpPr>
        <p:spPr>
          <a:xfrm xmlns:a="http://schemas.openxmlformats.org/drawingml/2006/main" rot="0" flipH="0" flipV="0">
            <a:off x="3466416" y="4562955"/>
            <a:ext cx="361099" cy="264696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92" name="Freeform 92">
            <a:extLst xmlns:a="http://schemas.openxmlformats.org/drawingml/2006/main">
              <a:ext uri="{FF2B5EF4-FFF2-40B4-BE49-F238E27FC236}">
                <a16:creationId xmlns:a16="http://schemas.microsoft.com/office/drawing/2014/main" id="{89B5EF25-EC5C-4B88-A4B5-3B0EFDF005D0}"/>
              </a:ext>
            </a:extLst>
          </p:cNvPr>
          <p:cNvSpPr>
            <a:spLocks xmlns:a="http://schemas.openxmlformats.org/drawingml/2006/main" noGrp="1"/>
          </p:cNvSpPr>
          <p:nvPr/>
        </p:nvSpPr>
        <p:spPr>
          <a:xfrm xmlns:a="http://schemas.openxmlformats.org/drawingml/2006/main" rot="0" flipH="0" flipV="0">
            <a:off x="11093976" y="4707615"/>
            <a:ext cx="361099" cy="2502306"/>
          </a:xfrm>
          <a:custGeom xmlns:a="http://schemas.openxmlformats.org/drawingml/2006/main">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xmlns:a="http://schemas.openxmlformats.org/drawingml/2006/main">
            <a:srgbClr val="E7DED6"/>
          </a:solidFill>
        </p:spPr>
      </p:sp>
      <p:sp>
        <p:nvSpPr>
          <p:cNvPr id="93" name="TextBox 93">
            <a:extLst xmlns:a="http://schemas.openxmlformats.org/drawingml/2006/main">
              <a:ext uri="{FF2B5EF4-FFF2-40B4-BE49-F238E27FC236}">
                <a16:creationId xmlns:a16="http://schemas.microsoft.com/office/drawing/2014/main" id="{EDCD40C1-F632-451B-95E0-4C5BBD90285A}"/>
              </a:ext>
            </a:extLst>
          </p:cNvPr>
          <p:cNvSpPr>
            <a:spLocks xmlns:a="http://schemas.openxmlformats.org/drawingml/2006/main" noGrp="1"/>
          </p:cNvSpPr>
          <p:nvPr/>
        </p:nvSpPr>
        <p:spPr>
          <a:xfrm xmlns:a="http://schemas.openxmlformats.org/drawingml/2006/main" rot="0" flipH="0" flipV="0">
            <a:off x="11093976" y="4562955"/>
            <a:ext cx="361099" cy="264696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95" name="Freeform 95">
            <a:extLst xmlns:a="http://schemas.openxmlformats.org/drawingml/2006/main">
              <a:ext uri="{FF2B5EF4-FFF2-40B4-BE49-F238E27FC236}">
                <a16:creationId xmlns:a16="http://schemas.microsoft.com/office/drawing/2014/main" id="{3EA58681-8F91-4175-84D1-6BB9F89EF453}"/>
              </a:ext>
            </a:extLst>
          </p:cNvPr>
          <p:cNvSpPr>
            <a:spLocks xmlns:a="http://schemas.openxmlformats.org/drawingml/2006/main" noGrp="1"/>
          </p:cNvSpPr>
          <p:nvPr/>
        </p:nvSpPr>
        <p:spPr>
          <a:xfrm xmlns:a="http://schemas.openxmlformats.org/drawingml/2006/main" rot="0" flipH="0" flipV="0">
            <a:off x="3466416" y="6992705"/>
            <a:ext cx="361099" cy="2148932"/>
          </a:xfrm>
          <a:custGeom xmlns:a="http://schemas.openxmlformats.org/drawingml/2006/main">
            <a:rect l="l" t="t" r="r" b="b"/>
            <a:pathLst>
              <a:path w="95104" h="565974">
                <a:moveTo>
                  <a:pt x="47552" y="0"/>
                </a:moveTo>
                <a:lnTo>
                  <a:pt x="47552" y="0"/>
                </a:lnTo>
                <a:cubicBezTo>
                  <a:pt x="73814" y="0"/>
                  <a:pt x="95104" y="21290"/>
                  <a:pt x="95104" y="47552"/>
                </a:cubicBezTo>
                <a:lnTo>
                  <a:pt x="95104" y="518422"/>
                </a:lnTo>
                <a:cubicBezTo>
                  <a:pt x="95104" y="544684"/>
                  <a:pt x="73814" y="565974"/>
                  <a:pt x="47552" y="565974"/>
                </a:cubicBezTo>
                <a:lnTo>
                  <a:pt x="47552" y="565974"/>
                </a:lnTo>
                <a:cubicBezTo>
                  <a:pt x="21290" y="565974"/>
                  <a:pt x="0" y="544684"/>
                  <a:pt x="0" y="518422"/>
                </a:cubicBezTo>
                <a:lnTo>
                  <a:pt x="0" y="47552"/>
                </a:lnTo>
                <a:cubicBezTo>
                  <a:pt x="0" y="21290"/>
                  <a:pt x="21290" y="0"/>
                  <a:pt x="47552" y="0"/>
                </a:cubicBezTo>
                <a:close/>
              </a:path>
            </a:pathLst>
          </a:custGeom>
          <a:solidFill xmlns:a="http://schemas.openxmlformats.org/drawingml/2006/main">
            <a:srgbClr val="BEC8D9"/>
          </a:solidFill>
        </p:spPr>
      </p:sp>
      <p:sp>
        <p:nvSpPr>
          <p:cNvPr id="96" name="TextBox 96">
            <a:extLst xmlns:a="http://schemas.openxmlformats.org/drawingml/2006/main">
              <a:ext uri="{FF2B5EF4-FFF2-40B4-BE49-F238E27FC236}">
                <a16:creationId xmlns:a16="http://schemas.microsoft.com/office/drawing/2014/main" id="{B88D0330-4597-4FA0-A874-A59A59B4662A}"/>
              </a:ext>
            </a:extLst>
          </p:cNvPr>
          <p:cNvSpPr>
            <a:spLocks xmlns:a="http://schemas.openxmlformats.org/drawingml/2006/main" noGrp="1"/>
          </p:cNvSpPr>
          <p:nvPr/>
        </p:nvSpPr>
        <p:spPr>
          <a:xfrm xmlns:a="http://schemas.openxmlformats.org/drawingml/2006/main" rot="0" flipH="0" flipV="0">
            <a:off x="3466416" y="6848045"/>
            <a:ext cx="361099" cy="229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98" name="Freeform 98">
            <a:extLst xmlns:a="http://schemas.openxmlformats.org/drawingml/2006/main">
              <a:ext uri="{FF2B5EF4-FFF2-40B4-BE49-F238E27FC236}">
                <a16:creationId xmlns:a16="http://schemas.microsoft.com/office/drawing/2014/main" id="{E1F0ACF2-7C6F-4E7A-A307-EC58C108AD8C}"/>
              </a:ext>
            </a:extLst>
          </p:cNvPr>
          <p:cNvSpPr>
            <a:spLocks xmlns:a="http://schemas.openxmlformats.org/drawingml/2006/main" noGrp="1"/>
          </p:cNvSpPr>
          <p:nvPr/>
        </p:nvSpPr>
        <p:spPr>
          <a:xfrm xmlns:a="http://schemas.openxmlformats.org/drawingml/2006/main" rot="0" flipH="0" flipV="0">
            <a:off x="11093976" y="6992705"/>
            <a:ext cx="361099" cy="2148932"/>
          </a:xfrm>
          <a:custGeom xmlns:a="http://schemas.openxmlformats.org/drawingml/2006/main">
            <a:rect l="l" t="t" r="r" b="b"/>
            <a:pathLst>
              <a:path w="95104" h="565974">
                <a:moveTo>
                  <a:pt x="47552" y="0"/>
                </a:moveTo>
                <a:lnTo>
                  <a:pt x="47552" y="0"/>
                </a:lnTo>
                <a:cubicBezTo>
                  <a:pt x="73814" y="0"/>
                  <a:pt x="95104" y="21290"/>
                  <a:pt x="95104" y="47552"/>
                </a:cubicBezTo>
                <a:lnTo>
                  <a:pt x="95104" y="518422"/>
                </a:lnTo>
                <a:cubicBezTo>
                  <a:pt x="95104" y="544684"/>
                  <a:pt x="73814" y="565974"/>
                  <a:pt x="47552" y="565974"/>
                </a:cubicBezTo>
                <a:lnTo>
                  <a:pt x="47552" y="565974"/>
                </a:lnTo>
                <a:cubicBezTo>
                  <a:pt x="21290" y="565974"/>
                  <a:pt x="0" y="544684"/>
                  <a:pt x="0" y="518422"/>
                </a:cubicBezTo>
                <a:lnTo>
                  <a:pt x="0" y="47552"/>
                </a:lnTo>
                <a:cubicBezTo>
                  <a:pt x="0" y="21290"/>
                  <a:pt x="21290" y="0"/>
                  <a:pt x="47552" y="0"/>
                </a:cubicBezTo>
                <a:close/>
              </a:path>
            </a:pathLst>
          </a:custGeom>
          <a:solidFill xmlns:a="http://schemas.openxmlformats.org/drawingml/2006/main">
            <a:srgbClr val="FBF6EF"/>
          </a:solidFill>
        </p:spPr>
      </p:sp>
      <p:sp>
        <p:nvSpPr>
          <p:cNvPr id="99" name="TextBox 99">
            <a:extLst xmlns:a="http://schemas.openxmlformats.org/drawingml/2006/main">
              <a:ext uri="{FF2B5EF4-FFF2-40B4-BE49-F238E27FC236}">
                <a16:creationId xmlns:a16="http://schemas.microsoft.com/office/drawing/2014/main" id="{516CEFEA-296A-4D2E-B0E1-AAA7A4B18CB0}"/>
              </a:ext>
            </a:extLst>
          </p:cNvPr>
          <p:cNvSpPr>
            <a:spLocks xmlns:a="http://schemas.openxmlformats.org/drawingml/2006/main" noGrp="1"/>
          </p:cNvSpPr>
          <p:nvPr/>
        </p:nvSpPr>
        <p:spPr>
          <a:xfrm xmlns:a="http://schemas.openxmlformats.org/drawingml/2006/main" rot="0" flipH="0" flipV="0">
            <a:off x="11093976" y="6848045"/>
            <a:ext cx="361099" cy="229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Tree>
    <p:extLst>
      <p:ext uri="{BB962C8B-B14F-4D97-AF65-F5344CB8AC3E}">
        <p14:creationId xmlns:p14="http://schemas.microsoft.com/office/powerpoint/2010/main" val="906448285"/>
      </p:ext>
    </p:extLst>
  </p:cSld>
</p:sld>
</file>

<file path=ppt/slides/slide6.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AB975DB-F562-4F52-ADA4-C4A8ED4DBA10}"/>
              </a:ext>
            </a:extLst>
          </p:cNvPr>
          <p:cNvSpPr>
            <a:spLocks xmlns:a="http://schemas.openxmlformats.org/drawingml/2006/main" noGrp="1"/>
          </p:cNvSpPr>
          <p:nvPr/>
        </p:nvSpPr>
        <p:spPr>
          <a:xfrm xmlns:a="http://schemas.openxmlformats.org/drawingml/2006/main" rot="0" flipH="0" flipV="0">
            <a:off x="5457968" y="3987945"/>
            <a:ext cx="7181564" cy="8838848"/>
          </a:xfrm>
          <a:custGeom xmlns:a="http://schemas.openxmlformats.org/drawingml/2006/main">
            <a:rect l="l" t="t" r="r" b="b"/>
            <a:pathLst>
              <a:path w="7181564" h="8838848">
                <a:moveTo>
                  <a:pt x="0" y="0"/>
                </a:moveTo>
                <a:lnTo>
                  <a:pt x="7181564" y="0"/>
                </a:lnTo>
                <a:lnTo>
                  <a:pt x="7181564" y="8838848"/>
                </a:lnTo>
                <a:lnTo>
                  <a:pt x="0" y="8838848"/>
                </a:lnTo>
                <a:lnTo>
                  <a:pt x="0" y="0"/>
                </a:lnTo>
                <a:close/>
              </a:path>
            </a:pathLst>
          </a:custGeom>
          <a:blipFill xmlns:a="http://schemas.openxmlformats.org/drawingml/2006/main">
            <a:blip xmlns:r="http://schemas.openxmlformats.org/officeDocument/2006/relationships" r:embed="R8178f3d9df5e4c3e">
              <a:extLst>
                <a:ext uri="{96DAC541-7B7A-43D3-8B79-37D633B846F1}">
                  <asvg:svgBlip xmlns:asvg="http://schemas.microsoft.com/office/drawing/2016/SVG/main" r:embed="Ra7268b16a83148ed"/>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98723AF5-C681-4ABE-B842-C4C94FE51470}"/>
              </a:ext>
            </a:extLst>
          </p:cNvPr>
          <p:cNvSpPr>
            <a:spLocks xmlns:a="http://schemas.openxmlformats.org/drawingml/2006/main" noGrp="1"/>
          </p:cNvSpPr>
          <p:nvPr/>
        </p:nvSpPr>
        <p:spPr>
          <a:xfrm xmlns:a="http://schemas.openxmlformats.org/drawingml/2006/main" rot="0" flipH="0" flipV="0">
            <a:off x="5822871" y="3733187"/>
            <a:ext cx="782594" cy="332282"/>
          </a:xfrm>
          <a:custGeom xmlns:a="http://schemas.openxmlformats.org/drawingml/2006/main">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xmlns:a="http://schemas.openxmlformats.org/drawingml/2006/main">
            <a:srgbClr val="3D6298">
              <a:alpha val="26667"/>
            </a:srgbClr>
          </a:solidFill>
          <a:ln xmlns:a="http://schemas.openxmlformats.org/drawingml/2006/main" cap="rnd">
            <a:noFill/>
            <a:prstDash val="solid"/>
            <a:round/>
          </a:ln>
        </p:spPr>
      </p:sp>
      <p:sp>
        <p:nvSpPr>
          <p:cNvPr id="5" name="TextBox 5">
            <a:extLst xmlns:a="http://schemas.openxmlformats.org/drawingml/2006/main">
              <a:ext uri="{FF2B5EF4-FFF2-40B4-BE49-F238E27FC236}">
                <a16:creationId xmlns:a16="http://schemas.microsoft.com/office/drawing/2014/main" id="{60D1D1C6-5F90-440D-8A02-C8C221680BC6}"/>
              </a:ext>
            </a:extLst>
          </p:cNvPr>
          <p:cNvSpPr>
            <a:spLocks xmlns:a="http://schemas.openxmlformats.org/drawingml/2006/main" noGrp="1"/>
          </p:cNvSpPr>
          <p:nvPr/>
        </p:nvSpPr>
        <p:spPr>
          <a:xfrm xmlns:a="http://schemas.openxmlformats.org/drawingml/2006/main" rot="0" flipH="0" flipV="0">
            <a:off x="5896239" y="3748762"/>
            <a:ext cx="635857" cy="28555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7" name="Freeform 7">
            <a:extLst xmlns:a="http://schemas.openxmlformats.org/drawingml/2006/main">
              <a:ext uri="{FF2B5EF4-FFF2-40B4-BE49-F238E27FC236}">
                <a16:creationId xmlns:a16="http://schemas.microsoft.com/office/drawing/2014/main" id="{9DD05734-76FA-467C-B6C8-F2A182429AF2}"/>
              </a:ext>
            </a:extLst>
          </p:cNvPr>
          <p:cNvSpPr>
            <a:spLocks xmlns:a="http://schemas.openxmlformats.org/drawingml/2006/main" noGrp="1"/>
          </p:cNvSpPr>
          <p:nvPr/>
        </p:nvSpPr>
        <p:spPr>
          <a:xfrm xmlns:a="http://schemas.openxmlformats.org/drawingml/2006/main" rot="0" flipH="0" flipV="0">
            <a:off x="12205631" y="3733187"/>
            <a:ext cx="782594" cy="332282"/>
          </a:xfrm>
          <a:custGeom xmlns:a="http://schemas.openxmlformats.org/drawingml/2006/main">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xmlns:a="http://schemas.openxmlformats.org/drawingml/2006/main">
            <a:srgbClr val="BEC8DA">
              <a:alpha val="26667"/>
            </a:srgbClr>
          </a:solidFill>
          <a:ln xmlns:a="http://schemas.openxmlformats.org/drawingml/2006/main" cap="rnd">
            <a:noFill/>
            <a:prstDash val="solid"/>
            <a:round/>
          </a:ln>
        </p:spPr>
      </p:sp>
      <p:sp>
        <p:nvSpPr>
          <p:cNvPr id="8" name="TextBox 8">
            <a:extLst xmlns:a="http://schemas.openxmlformats.org/drawingml/2006/main">
              <a:ext uri="{FF2B5EF4-FFF2-40B4-BE49-F238E27FC236}">
                <a16:creationId xmlns:a16="http://schemas.microsoft.com/office/drawing/2014/main" id="{3DA0EC0D-9C3E-44F1-9292-B6F6E26BA35E}"/>
              </a:ext>
            </a:extLst>
          </p:cNvPr>
          <p:cNvSpPr>
            <a:spLocks xmlns:a="http://schemas.openxmlformats.org/drawingml/2006/main" noGrp="1"/>
          </p:cNvSpPr>
          <p:nvPr/>
        </p:nvSpPr>
        <p:spPr>
          <a:xfrm xmlns:a="http://schemas.openxmlformats.org/drawingml/2006/main" rot="0" flipH="0" flipV="0">
            <a:off x="12278999" y="3748762"/>
            <a:ext cx="635857" cy="28555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0" name="Freeform 10">
            <a:extLst xmlns:a="http://schemas.openxmlformats.org/drawingml/2006/main">
              <a:ext uri="{FF2B5EF4-FFF2-40B4-BE49-F238E27FC236}">
                <a16:creationId xmlns:a16="http://schemas.microsoft.com/office/drawing/2014/main" id="{407164CC-1F3E-41D2-8E00-34B2770B31EA}"/>
              </a:ext>
            </a:extLst>
          </p:cNvPr>
          <p:cNvSpPr>
            <a:spLocks xmlns:a="http://schemas.openxmlformats.org/drawingml/2006/main" noGrp="1"/>
          </p:cNvSpPr>
          <p:nvPr/>
        </p:nvSpPr>
        <p:spPr>
          <a:xfrm xmlns:a="http://schemas.openxmlformats.org/drawingml/2006/main" rot="0" flipH="0" flipV="0">
            <a:off x="4082506" y="1858327"/>
            <a:ext cx="4263325" cy="1714832"/>
          </a:xfrm>
          <a:custGeom xmlns:a="http://schemas.openxmlformats.org/drawingml/2006/main">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xmlns:a="http://schemas.openxmlformats.org/drawingml/2006/main">
            <a:srgbClr val="3D6298"/>
          </a:solidFill>
        </p:spPr>
      </p:sp>
      <p:sp>
        <p:nvSpPr>
          <p:cNvPr id="11" name="TextBox 11">
            <a:extLst xmlns:a="http://schemas.openxmlformats.org/drawingml/2006/main">
              <a:ext uri="{FF2B5EF4-FFF2-40B4-BE49-F238E27FC236}">
                <a16:creationId xmlns:a16="http://schemas.microsoft.com/office/drawing/2014/main" id="{1E7636CE-47B3-40D5-97AC-99F3C6F63C73}"/>
              </a:ext>
            </a:extLst>
          </p:cNvPr>
          <p:cNvSpPr>
            <a:spLocks xmlns:a="http://schemas.openxmlformats.org/drawingml/2006/main" noGrp="1"/>
          </p:cNvSpPr>
          <p:nvPr/>
        </p:nvSpPr>
        <p:spPr>
          <a:xfrm xmlns:a="http://schemas.openxmlformats.org/drawingml/2006/main" rot="0" flipH="0" flipV="0">
            <a:off x="4082506" y="1713667"/>
            <a:ext cx="4263325" cy="18594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3" name="Freeform 13">
            <a:extLst xmlns:a="http://schemas.openxmlformats.org/drawingml/2006/main">
              <a:ext uri="{FF2B5EF4-FFF2-40B4-BE49-F238E27FC236}">
                <a16:creationId xmlns:a16="http://schemas.microsoft.com/office/drawing/2014/main" id="{793E0D67-6BF0-4671-A54D-969AD35D4B09}"/>
              </a:ext>
            </a:extLst>
          </p:cNvPr>
          <p:cNvSpPr>
            <a:spLocks xmlns:a="http://schemas.openxmlformats.org/drawingml/2006/main" noGrp="1"/>
          </p:cNvSpPr>
          <p:nvPr/>
        </p:nvSpPr>
        <p:spPr>
          <a:xfrm xmlns:a="http://schemas.openxmlformats.org/drawingml/2006/main" rot="0" flipH="0" flipV="0">
            <a:off x="10465265" y="1858327"/>
            <a:ext cx="4263325" cy="1714832"/>
          </a:xfrm>
          <a:custGeom xmlns:a="http://schemas.openxmlformats.org/drawingml/2006/main">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xmlns:a="http://schemas.openxmlformats.org/drawingml/2006/main">
            <a:srgbClr val="BEC8DA"/>
          </a:solidFill>
        </p:spPr>
      </p:sp>
      <p:sp>
        <p:nvSpPr>
          <p:cNvPr id="14" name="TextBox 14">
            <a:extLst xmlns:a="http://schemas.openxmlformats.org/drawingml/2006/main">
              <a:ext uri="{FF2B5EF4-FFF2-40B4-BE49-F238E27FC236}">
                <a16:creationId xmlns:a16="http://schemas.microsoft.com/office/drawing/2014/main" id="{8CD8CF7A-8C83-42FA-8F5C-99283AEA57F3}"/>
              </a:ext>
            </a:extLst>
          </p:cNvPr>
          <p:cNvSpPr>
            <a:spLocks xmlns:a="http://schemas.openxmlformats.org/drawingml/2006/main" noGrp="1"/>
          </p:cNvSpPr>
          <p:nvPr/>
        </p:nvSpPr>
        <p:spPr>
          <a:xfrm xmlns:a="http://schemas.openxmlformats.org/drawingml/2006/main" rot="0" flipH="0" flipV="0">
            <a:off x="10465265" y="1713667"/>
            <a:ext cx="4263325" cy="18594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5" name="Freeform 15">
            <a:extLst xmlns:a="http://schemas.openxmlformats.org/drawingml/2006/main">
              <a:ext uri="{FF2B5EF4-FFF2-40B4-BE49-F238E27FC236}">
                <a16:creationId xmlns:a16="http://schemas.microsoft.com/office/drawing/2014/main" id="{DE0BEF92-A0D3-406A-B3EE-9A27EAE8DEE1}"/>
              </a:ext>
            </a:extLst>
          </p:cNvPr>
          <p:cNvSpPr>
            <a:spLocks xmlns:a="http://schemas.openxmlformats.org/drawingml/2006/main" noGrp="1"/>
          </p:cNvSpPr>
          <p:nvPr/>
        </p:nvSpPr>
        <p:spPr>
          <a:xfrm xmlns:a="http://schemas.openxmlformats.org/drawingml/2006/main" rot="0" flipH="0" flipV="0">
            <a:off x="4272353" y="2715743"/>
            <a:ext cx="3883630" cy="769665"/>
          </a:xfrm>
          <a:custGeom xmlns:a="http://schemas.openxmlformats.org/drawingml/2006/main">
            <a:rect l="l" t="t" r="r" b="b"/>
            <a:pathLst>
              <a:path w="3883630" h="769665">
                <a:moveTo>
                  <a:pt x="0" y="0"/>
                </a:moveTo>
                <a:lnTo>
                  <a:pt x="3883630" y="0"/>
                </a:lnTo>
                <a:lnTo>
                  <a:pt x="3883630" y="769664"/>
                </a:lnTo>
                <a:lnTo>
                  <a:pt x="0" y="769664"/>
                </a:lnTo>
                <a:lnTo>
                  <a:pt x="0" y="0"/>
                </a:lnTo>
                <a:close/>
              </a:path>
            </a:pathLst>
          </a:custGeom>
          <a:blipFill xmlns:a="http://schemas.openxmlformats.org/drawingml/2006/main">
            <a:blip xmlns:r="http://schemas.openxmlformats.org/officeDocument/2006/relationships" r:embed="Rf403700908b54ab8"/>
            <a:stretch>
              <a:fillRect l="0" t="0" r="0" b="0"/>
            </a:stretch>
          </a:blipFill>
        </p:spPr>
      </p:sp>
      <p:sp>
        <p:nvSpPr>
          <p:cNvPr id="16" name="Freeform 16">
            <a:extLst xmlns:a="http://schemas.openxmlformats.org/drawingml/2006/main">
              <a:ext uri="{FF2B5EF4-FFF2-40B4-BE49-F238E27FC236}">
                <a16:creationId xmlns:a16="http://schemas.microsoft.com/office/drawing/2014/main" id="{33439520-74D6-4DF7-B3BB-81EE38804BBE}"/>
              </a:ext>
            </a:extLst>
          </p:cNvPr>
          <p:cNvSpPr>
            <a:spLocks xmlns:a="http://schemas.openxmlformats.org/drawingml/2006/main" noGrp="1"/>
          </p:cNvSpPr>
          <p:nvPr/>
        </p:nvSpPr>
        <p:spPr>
          <a:xfrm xmlns:a="http://schemas.openxmlformats.org/drawingml/2006/main" rot="0" flipH="0" flipV="0">
            <a:off x="10655113" y="2715743"/>
            <a:ext cx="3883630" cy="769665"/>
          </a:xfrm>
          <a:custGeom xmlns:a="http://schemas.openxmlformats.org/drawingml/2006/main">
            <a:rect l="l" t="t" r="r" b="b"/>
            <a:pathLst>
              <a:path w="3883630" h="769665">
                <a:moveTo>
                  <a:pt x="0" y="0"/>
                </a:moveTo>
                <a:lnTo>
                  <a:pt x="3883629" y="0"/>
                </a:lnTo>
                <a:lnTo>
                  <a:pt x="3883629" y="769664"/>
                </a:lnTo>
                <a:lnTo>
                  <a:pt x="0" y="769664"/>
                </a:lnTo>
                <a:lnTo>
                  <a:pt x="0" y="0"/>
                </a:lnTo>
                <a:close/>
              </a:path>
            </a:pathLst>
          </a:custGeom>
          <a:blipFill xmlns:a="http://schemas.openxmlformats.org/drawingml/2006/main">
            <a:blip xmlns:r="http://schemas.openxmlformats.org/officeDocument/2006/relationships" r:embed="Rf403700908b54ab8"/>
            <a:stretch>
              <a:fillRect l="0" t="0" r="0" b="0"/>
            </a:stretch>
          </a:blipFill>
        </p:spPr>
      </p:sp>
      <p:sp>
        <p:nvSpPr>
          <p:cNvPr id="18" name="Freeform 18">
            <a:extLst xmlns:a="http://schemas.openxmlformats.org/drawingml/2006/main">
              <a:ext uri="{FF2B5EF4-FFF2-40B4-BE49-F238E27FC236}">
                <a16:creationId xmlns:a16="http://schemas.microsoft.com/office/drawing/2014/main" id="{46ECFFEC-0AC6-4DB6-9205-7FC4EE52887D}"/>
              </a:ext>
            </a:extLst>
          </p:cNvPr>
          <p:cNvSpPr>
            <a:spLocks xmlns:a="http://schemas.openxmlformats.org/drawingml/2006/main" noGrp="1"/>
          </p:cNvSpPr>
          <p:nvPr/>
        </p:nvSpPr>
        <p:spPr>
          <a:xfrm xmlns:a="http://schemas.openxmlformats.org/drawingml/2006/main" rot="0" flipH="0" flipV="0">
            <a:off x="4272353" y="1077567"/>
            <a:ext cx="3883630" cy="2216573"/>
          </a:xfrm>
          <a:custGeom xmlns:a="http://schemas.openxmlformats.org/drawingml/2006/main">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xmlns:a="http://schemas.openxmlformats.org/drawingml/2006/main">
            <a:srgbClr val="FFFFFF"/>
          </a:solidFill>
        </p:spPr>
      </p:sp>
      <p:sp>
        <p:nvSpPr>
          <p:cNvPr id="19" name="TextBox 19">
            <a:extLst xmlns:a="http://schemas.openxmlformats.org/drawingml/2006/main">
              <a:ext uri="{FF2B5EF4-FFF2-40B4-BE49-F238E27FC236}">
                <a16:creationId xmlns:a16="http://schemas.microsoft.com/office/drawing/2014/main" id="{2D59A3A1-B472-4DF6-B7FD-52706AB54AE1}"/>
              </a:ext>
            </a:extLst>
          </p:cNvPr>
          <p:cNvSpPr>
            <a:spLocks xmlns:a="http://schemas.openxmlformats.org/drawingml/2006/main" noGrp="1"/>
          </p:cNvSpPr>
          <p:nvPr/>
        </p:nvSpPr>
        <p:spPr>
          <a:xfrm xmlns:a="http://schemas.openxmlformats.org/drawingml/2006/main" rot="0" flipH="0" flipV="0">
            <a:off x="4272353" y="932907"/>
            <a:ext cx="3883630" cy="236123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1" name="Freeform 21">
            <a:extLst xmlns:a="http://schemas.openxmlformats.org/drawingml/2006/main">
              <a:ext uri="{FF2B5EF4-FFF2-40B4-BE49-F238E27FC236}">
                <a16:creationId xmlns:a16="http://schemas.microsoft.com/office/drawing/2014/main" id="{C6D1AAA5-50F8-4703-94A8-45622FD66FE7}"/>
              </a:ext>
            </a:extLst>
          </p:cNvPr>
          <p:cNvSpPr>
            <a:spLocks xmlns:a="http://schemas.openxmlformats.org/drawingml/2006/main" noGrp="1"/>
          </p:cNvSpPr>
          <p:nvPr/>
        </p:nvSpPr>
        <p:spPr>
          <a:xfrm xmlns:a="http://schemas.openxmlformats.org/drawingml/2006/main" rot="0" flipH="0" flipV="0">
            <a:off x="10655113" y="1077567"/>
            <a:ext cx="3883630" cy="2216573"/>
          </a:xfrm>
          <a:custGeom xmlns:a="http://schemas.openxmlformats.org/drawingml/2006/main">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xmlns:a="http://schemas.openxmlformats.org/drawingml/2006/main">
            <a:srgbClr val="FFFFFF"/>
          </a:solidFill>
        </p:spPr>
      </p:sp>
      <p:sp>
        <p:nvSpPr>
          <p:cNvPr id="22" name="TextBox 22">
            <a:extLst xmlns:a="http://schemas.openxmlformats.org/drawingml/2006/main">
              <a:ext uri="{FF2B5EF4-FFF2-40B4-BE49-F238E27FC236}">
                <a16:creationId xmlns:a16="http://schemas.microsoft.com/office/drawing/2014/main" id="{F83ABB1C-ABA3-489F-B8E3-3846D7A4D7E4}"/>
              </a:ext>
            </a:extLst>
          </p:cNvPr>
          <p:cNvSpPr>
            <a:spLocks xmlns:a="http://schemas.openxmlformats.org/drawingml/2006/main" noGrp="1"/>
          </p:cNvSpPr>
          <p:nvPr/>
        </p:nvSpPr>
        <p:spPr>
          <a:xfrm xmlns:a="http://schemas.openxmlformats.org/drawingml/2006/main" rot="0" flipH="0" flipV="0">
            <a:off x="10655113" y="932907"/>
            <a:ext cx="3883630" cy="236123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4" name="Freeform 24">
            <a:extLst xmlns:a="http://schemas.openxmlformats.org/drawingml/2006/main">
              <a:ext uri="{FF2B5EF4-FFF2-40B4-BE49-F238E27FC236}">
                <a16:creationId xmlns:a16="http://schemas.microsoft.com/office/drawing/2014/main" id="{F3998010-ACAB-4661-B847-B8AE6159B54B}"/>
              </a:ext>
            </a:extLst>
          </p:cNvPr>
          <p:cNvSpPr>
            <a:spLocks xmlns:a="http://schemas.openxmlformats.org/drawingml/2006/main" noGrp="1"/>
          </p:cNvSpPr>
          <p:nvPr/>
        </p:nvSpPr>
        <p:spPr>
          <a:xfrm xmlns:a="http://schemas.openxmlformats.org/drawingml/2006/main" rot="0" flipH="0" flipV="0">
            <a:off x="5963331" y="3436469"/>
            <a:ext cx="501674" cy="438965"/>
          </a:xfrm>
          <a:custGeom xmlns:a="http://schemas.openxmlformats.org/drawingml/2006/main">
            <a:rect l="l" t="t" r="r" b="b"/>
            <a:pathLst>
              <a:path w="812800" h="711200">
                <a:moveTo>
                  <a:pt x="406400" y="711200"/>
                </a:moveTo>
                <a:lnTo>
                  <a:pt x="812800" y="0"/>
                </a:lnTo>
                <a:lnTo>
                  <a:pt x="0" y="0"/>
                </a:lnTo>
                <a:lnTo>
                  <a:pt x="406400" y="711200"/>
                </a:lnTo>
                <a:close/>
              </a:path>
            </a:pathLst>
          </a:custGeom>
          <a:solidFill xmlns:a="http://schemas.openxmlformats.org/drawingml/2006/main">
            <a:srgbClr val="3C6198"/>
          </a:solidFill>
        </p:spPr>
      </p:sp>
      <p:sp>
        <p:nvSpPr>
          <p:cNvPr id="25" name="TextBox 25">
            <a:extLst xmlns:a="http://schemas.openxmlformats.org/drawingml/2006/main">
              <a:ext uri="{FF2B5EF4-FFF2-40B4-BE49-F238E27FC236}">
                <a16:creationId xmlns:a16="http://schemas.microsoft.com/office/drawing/2014/main" id="{D5D6A386-7856-401A-8DD1-2D4518597D34}"/>
              </a:ext>
            </a:extLst>
          </p:cNvPr>
          <p:cNvSpPr>
            <a:spLocks xmlns:a="http://schemas.openxmlformats.org/drawingml/2006/main" noGrp="1"/>
          </p:cNvSpPr>
          <p:nvPr/>
        </p:nvSpPr>
        <p:spPr>
          <a:xfrm xmlns:a="http://schemas.openxmlformats.org/drawingml/2006/main" rot="0" flipH="0" flipV="0">
            <a:off x="6041717" y="3444307"/>
            <a:ext cx="344900" cy="22732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7" name="Freeform 27">
            <a:extLst xmlns:a="http://schemas.openxmlformats.org/drawingml/2006/main">
              <a:ext uri="{FF2B5EF4-FFF2-40B4-BE49-F238E27FC236}">
                <a16:creationId xmlns:a16="http://schemas.microsoft.com/office/drawing/2014/main" id="{1C013B41-5135-453A-8921-FB4DDB7E5E27}"/>
              </a:ext>
            </a:extLst>
          </p:cNvPr>
          <p:cNvSpPr>
            <a:spLocks xmlns:a="http://schemas.openxmlformats.org/drawingml/2006/main" noGrp="1"/>
          </p:cNvSpPr>
          <p:nvPr/>
        </p:nvSpPr>
        <p:spPr>
          <a:xfrm xmlns:a="http://schemas.openxmlformats.org/drawingml/2006/main" rot="0" flipH="0" flipV="0">
            <a:off x="12346091" y="3436469"/>
            <a:ext cx="501674" cy="438965"/>
          </a:xfrm>
          <a:custGeom xmlns:a="http://schemas.openxmlformats.org/drawingml/2006/main">
            <a:rect l="l" t="t" r="r" b="b"/>
            <a:pathLst>
              <a:path w="812800" h="711200">
                <a:moveTo>
                  <a:pt x="406400" y="711200"/>
                </a:moveTo>
                <a:lnTo>
                  <a:pt x="812800" y="0"/>
                </a:lnTo>
                <a:lnTo>
                  <a:pt x="0" y="0"/>
                </a:lnTo>
                <a:lnTo>
                  <a:pt x="406400" y="711200"/>
                </a:lnTo>
                <a:close/>
              </a:path>
            </a:pathLst>
          </a:custGeom>
          <a:solidFill xmlns:a="http://schemas.openxmlformats.org/drawingml/2006/main">
            <a:srgbClr val="BEC8DA"/>
          </a:solidFill>
        </p:spPr>
      </p:sp>
      <p:sp>
        <p:nvSpPr>
          <p:cNvPr id="28" name="TextBox 28">
            <a:extLst xmlns:a="http://schemas.openxmlformats.org/drawingml/2006/main">
              <a:ext uri="{FF2B5EF4-FFF2-40B4-BE49-F238E27FC236}">
                <a16:creationId xmlns:a16="http://schemas.microsoft.com/office/drawing/2014/main" id="{BDE2651E-E58F-4E99-90B0-F94B38E364DD}"/>
              </a:ext>
            </a:extLst>
          </p:cNvPr>
          <p:cNvSpPr>
            <a:spLocks xmlns:a="http://schemas.openxmlformats.org/drawingml/2006/main" noGrp="1"/>
          </p:cNvSpPr>
          <p:nvPr/>
        </p:nvSpPr>
        <p:spPr>
          <a:xfrm xmlns:a="http://schemas.openxmlformats.org/drawingml/2006/main" rot="0" flipH="0" flipV="0">
            <a:off x="12424477" y="3444307"/>
            <a:ext cx="344900" cy="22732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0" name="Freeform 30">
            <a:extLst xmlns:a="http://schemas.openxmlformats.org/drawingml/2006/main">
              <a:ext uri="{FF2B5EF4-FFF2-40B4-BE49-F238E27FC236}">
                <a16:creationId xmlns:a16="http://schemas.microsoft.com/office/drawing/2014/main" id="{88D6584E-12DC-4B38-BEA5-3F8667357496}"/>
              </a:ext>
            </a:extLst>
          </p:cNvPr>
          <p:cNvSpPr>
            <a:spLocks xmlns:a="http://schemas.openxmlformats.org/drawingml/2006/main" noGrp="1"/>
          </p:cNvSpPr>
          <p:nvPr/>
        </p:nvSpPr>
        <p:spPr>
          <a:xfrm xmlns:a="http://schemas.openxmlformats.org/drawingml/2006/main" rot="0" flipH="0" flipV="0">
            <a:off x="13072175" y="5452751"/>
            <a:ext cx="4263325" cy="1714832"/>
          </a:xfrm>
          <a:custGeom xmlns:a="http://schemas.openxmlformats.org/drawingml/2006/main">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xmlns:a="http://schemas.openxmlformats.org/drawingml/2006/main">
            <a:srgbClr val="F68D55"/>
          </a:solidFill>
        </p:spPr>
      </p:sp>
      <p:sp>
        <p:nvSpPr>
          <p:cNvPr id="31" name="TextBox 31">
            <a:extLst xmlns:a="http://schemas.openxmlformats.org/drawingml/2006/main">
              <a:ext uri="{FF2B5EF4-FFF2-40B4-BE49-F238E27FC236}">
                <a16:creationId xmlns:a16="http://schemas.microsoft.com/office/drawing/2014/main" id="{352D1E8D-B42E-442C-91D8-E7E0823D2862}"/>
              </a:ext>
            </a:extLst>
          </p:cNvPr>
          <p:cNvSpPr>
            <a:spLocks xmlns:a="http://schemas.openxmlformats.org/drawingml/2006/main" noGrp="1"/>
          </p:cNvSpPr>
          <p:nvPr/>
        </p:nvSpPr>
        <p:spPr>
          <a:xfrm xmlns:a="http://schemas.openxmlformats.org/drawingml/2006/main" rot="0" flipH="0" flipV="0">
            <a:off x="13072175" y="5308091"/>
            <a:ext cx="4263325" cy="18594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3" name="Freeform 33">
            <a:extLst xmlns:a="http://schemas.openxmlformats.org/drawingml/2006/main">
              <a:ext uri="{FF2B5EF4-FFF2-40B4-BE49-F238E27FC236}">
                <a16:creationId xmlns:a16="http://schemas.microsoft.com/office/drawing/2014/main" id="{3A335981-157E-45E9-B509-E669BE5BE66E}"/>
              </a:ext>
            </a:extLst>
          </p:cNvPr>
          <p:cNvSpPr>
            <a:spLocks xmlns:a="http://schemas.openxmlformats.org/drawingml/2006/main" noGrp="1"/>
          </p:cNvSpPr>
          <p:nvPr/>
        </p:nvSpPr>
        <p:spPr>
          <a:xfrm xmlns:a="http://schemas.openxmlformats.org/drawingml/2006/main" rot="0" flipH="0" flipV="0">
            <a:off x="1194643" y="5452751"/>
            <a:ext cx="4263325" cy="1714832"/>
          </a:xfrm>
          <a:custGeom xmlns:a="http://schemas.openxmlformats.org/drawingml/2006/main">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xmlns:a="http://schemas.openxmlformats.org/drawingml/2006/main">
            <a:srgbClr val="122359"/>
          </a:solidFill>
        </p:spPr>
      </p:sp>
      <p:sp>
        <p:nvSpPr>
          <p:cNvPr id="34" name="TextBox 34">
            <a:extLst xmlns:a="http://schemas.openxmlformats.org/drawingml/2006/main">
              <a:ext uri="{FF2B5EF4-FFF2-40B4-BE49-F238E27FC236}">
                <a16:creationId xmlns:a16="http://schemas.microsoft.com/office/drawing/2014/main" id="{A7AC8EE5-5CBC-4413-B47C-68D881E34E5F}"/>
              </a:ext>
            </a:extLst>
          </p:cNvPr>
          <p:cNvSpPr>
            <a:spLocks xmlns:a="http://schemas.openxmlformats.org/drawingml/2006/main" noGrp="1"/>
          </p:cNvSpPr>
          <p:nvPr/>
        </p:nvSpPr>
        <p:spPr>
          <a:xfrm xmlns:a="http://schemas.openxmlformats.org/drawingml/2006/main" rot="0" flipH="0" flipV="0">
            <a:off x="1194643" y="5308091"/>
            <a:ext cx="4263325" cy="18594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5" name="Freeform 35">
            <a:extLst xmlns:a="http://schemas.openxmlformats.org/drawingml/2006/main">
              <a:ext uri="{FF2B5EF4-FFF2-40B4-BE49-F238E27FC236}">
                <a16:creationId xmlns:a16="http://schemas.microsoft.com/office/drawing/2014/main" id="{DC29E8D1-4243-44B4-B7AD-AD91F009FB46}"/>
              </a:ext>
            </a:extLst>
          </p:cNvPr>
          <p:cNvSpPr>
            <a:spLocks xmlns:a="http://schemas.openxmlformats.org/drawingml/2006/main" noGrp="1"/>
          </p:cNvSpPr>
          <p:nvPr/>
        </p:nvSpPr>
        <p:spPr>
          <a:xfrm xmlns:a="http://schemas.openxmlformats.org/drawingml/2006/main" rot="0" flipH="0" flipV="0">
            <a:off x="13262023" y="6310167"/>
            <a:ext cx="3883630" cy="769665"/>
          </a:xfrm>
          <a:custGeom xmlns:a="http://schemas.openxmlformats.org/drawingml/2006/main">
            <a:rect l="l" t="t" r="r" b="b"/>
            <a:pathLst>
              <a:path w="3883630" h="769665">
                <a:moveTo>
                  <a:pt x="0" y="0"/>
                </a:moveTo>
                <a:lnTo>
                  <a:pt x="3883629" y="0"/>
                </a:lnTo>
                <a:lnTo>
                  <a:pt x="3883629" y="769665"/>
                </a:lnTo>
                <a:lnTo>
                  <a:pt x="0" y="769665"/>
                </a:lnTo>
                <a:lnTo>
                  <a:pt x="0" y="0"/>
                </a:lnTo>
                <a:close/>
              </a:path>
            </a:pathLst>
          </a:custGeom>
          <a:blipFill xmlns:a="http://schemas.openxmlformats.org/drawingml/2006/main">
            <a:blip xmlns:r="http://schemas.openxmlformats.org/officeDocument/2006/relationships" r:embed="Rf403700908b54ab8"/>
            <a:stretch>
              <a:fillRect l="0" t="0" r="0" b="0"/>
            </a:stretch>
          </a:blipFill>
        </p:spPr>
      </p:sp>
      <p:sp>
        <p:nvSpPr>
          <p:cNvPr id="36" name="Freeform 36">
            <a:extLst xmlns:a="http://schemas.openxmlformats.org/drawingml/2006/main">
              <a:ext uri="{FF2B5EF4-FFF2-40B4-BE49-F238E27FC236}">
                <a16:creationId xmlns:a16="http://schemas.microsoft.com/office/drawing/2014/main" id="{6B4FE5CE-C6FD-48E6-98C1-9A0D8427935C}"/>
              </a:ext>
            </a:extLst>
          </p:cNvPr>
          <p:cNvSpPr>
            <a:spLocks xmlns:a="http://schemas.openxmlformats.org/drawingml/2006/main" noGrp="1"/>
          </p:cNvSpPr>
          <p:nvPr/>
        </p:nvSpPr>
        <p:spPr>
          <a:xfrm xmlns:a="http://schemas.openxmlformats.org/drawingml/2006/main" rot="0" flipH="0" flipV="0">
            <a:off x="1384490" y="6310167"/>
            <a:ext cx="3883630" cy="769665"/>
          </a:xfrm>
          <a:custGeom xmlns:a="http://schemas.openxmlformats.org/drawingml/2006/main">
            <a:rect l="l" t="t" r="r" b="b"/>
            <a:pathLst>
              <a:path w="3883630" h="769665">
                <a:moveTo>
                  <a:pt x="0" y="0"/>
                </a:moveTo>
                <a:lnTo>
                  <a:pt x="3883630" y="0"/>
                </a:lnTo>
                <a:lnTo>
                  <a:pt x="3883630" y="769665"/>
                </a:lnTo>
                <a:lnTo>
                  <a:pt x="0" y="769665"/>
                </a:lnTo>
                <a:lnTo>
                  <a:pt x="0" y="0"/>
                </a:lnTo>
                <a:close/>
              </a:path>
            </a:pathLst>
          </a:custGeom>
          <a:blipFill xmlns:a="http://schemas.openxmlformats.org/drawingml/2006/main">
            <a:blip xmlns:r="http://schemas.openxmlformats.org/officeDocument/2006/relationships" r:embed="Rf403700908b54ab8"/>
            <a:stretch>
              <a:fillRect l="0" t="0" r="0" b="0"/>
            </a:stretch>
          </a:blipFill>
        </p:spPr>
      </p:sp>
      <p:sp>
        <p:nvSpPr>
          <p:cNvPr id="38" name="Freeform 38">
            <a:extLst xmlns:a="http://schemas.openxmlformats.org/drawingml/2006/main">
              <a:ext uri="{FF2B5EF4-FFF2-40B4-BE49-F238E27FC236}">
                <a16:creationId xmlns:a16="http://schemas.microsoft.com/office/drawing/2014/main" id="{29C729EE-D64A-4F43-99F8-F64CC9A3D154}"/>
              </a:ext>
            </a:extLst>
          </p:cNvPr>
          <p:cNvSpPr>
            <a:spLocks xmlns:a="http://schemas.openxmlformats.org/drawingml/2006/main" noGrp="1"/>
          </p:cNvSpPr>
          <p:nvPr/>
        </p:nvSpPr>
        <p:spPr>
          <a:xfrm xmlns:a="http://schemas.openxmlformats.org/drawingml/2006/main" rot="0" flipH="0" flipV="0">
            <a:off x="13262023" y="4671991"/>
            <a:ext cx="3883630" cy="2216573"/>
          </a:xfrm>
          <a:custGeom xmlns:a="http://schemas.openxmlformats.org/drawingml/2006/main">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xmlns:a="http://schemas.openxmlformats.org/drawingml/2006/main">
            <a:srgbClr val="FFFFFF"/>
          </a:solidFill>
        </p:spPr>
      </p:sp>
      <p:sp>
        <p:nvSpPr>
          <p:cNvPr id="39" name="TextBox 39">
            <a:extLst xmlns:a="http://schemas.openxmlformats.org/drawingml/2006/main">
              <a:ext uri="{FF2B5EF4-FFF2-40B4-BE49-F238E27FC236}">
                <a16:creationId xmlns:a16="http://schemas.microsoft.com/office/drawing/2014/main" id="{D49599B2-066E-4DA8-BDE9-92725FA28F64}"/>
              </a:ext>
            </a:extLst>
          </p:cNvPr>
          <p:cNvSpPr>
            <a:spLocks xmlns:a="http://schemas.openxmlformats.org/drawingml/2006/main" noGrp="1"/>
          </p:cNvSpPr>
          <p:nvPr/>
        </p:nvSpPr>
        <p:spPr>
          <a:xfrm xmlns:a="http://schemas.openxmlformats.org/drawingml/2006/main" rot="0" flipH="0" flipV="0">
            <a:off x="13262023" y="4527331"/>
            <a:ext cx="3883630" cy="236123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41" name="Freeform 41">
            <a:extLst xmlns:a="http://schemas.openxmlformats.org/drawingml/2006/main">
              <a:ext uri="{FF2B5EF4-FFF2-40B4-BE49-F238E27FC236}">
                <a16:creationId xmlns:a16="http://schemas.microsoft.com/office/drawing/2014/main" id="{DBB27575-D942-4CBE-9030-9C26DF3E2C3D}"/>
              </a:ext>
            </a:extLst>
          </p:cNvPr>
          <p:cNvSpPr>
            <a:spLocks xmlns:a="http://schemas.openxmlformats.org/drawingml/2006/main" noGrp="1"/>
          </p:cNvSpPr>
          <p:nvPr/>
        </p:nvSpPr>
        <p:spPr>
          <a:xfrm xmlns:a="http://schemas.openxmlformats.org/drawingml/2006/main" rot="0" flipH="0" flipV="0">
            <a:off x="1384490" y="4671991"/>
            <a:ext cx="3883630" cy="2216573"/>
          </a:xfrm>
          <a:custGeom xmlns:a="http://schemas.openxmlformats.org/drawingml/2006/main">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xmlns:a="http://schemas.openxmlformats.org/drawingml/2006/main">
            <a:srgbClr val="FFFFFF"/>
          </a:solidFill>
        </p:spPr>
      </p:sp>
      <p:sp>
        <p:nvSpPr>
          <p:cNvPr id="42" name="TextBox 42">
            <a:extLst xmlns:a="http://schemas.openxmlformats.org/drawingml/2006/main">
              <a:ext uri="{FF2B5EF4-FFF2-40B4-BE49-F238E27FC236}">
                <a16:creationId xmlns:a16="http://schemas.microsoft.com/office/drawing/2014/main" id="{E2E1F7D7-F316-4A5B-B625-5CC0E6E12355}"/>
              </a:ext>
            </a:extLst>
          </p:cNvPr>
          <p:cNvSpPr>
            <a:spLocks xmlns:a="http://schemas.openxmlformats.org/drawingml/2006/main" noGrp="1"/>
          </p:cNvSpPr>
          <p:nvPr/>
        </p:nvSpPr>
        <p:spPr>
          <a:xfrm xmlns:a="http://schemas.openxmlformats.org/drawingml/2006/main" rot="0" flipH="0" flipV="0">
            <a:off x="1384490" y="4527331"/>
            <a:ext cx="3883630" cy="236123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44" name="Freeform 44">
            <a:extLst xmlns:a="http://schemas.openxmlformats.org/drawingml/2006/main">
              <a:ext uri="{FF2B5EF4-FFF2-40B4-BE49-F238E27FC236}">
                <a16:creationId xmlns:a16="http://schemas.microsoft.com/office/drawing/2014/main" id="{F73E66EE-A2F2-42F3-8328-B9D1EEBABADF}"/>
              </a:ext>
            </a:extLst>
          </p:cNvPr>
          <p:cNvSpPr>
            <a:spLocks xmlns:a="http://schemas.openxmlformats.org/drawingml/2006/main" noGrp="1"/>
          </p:cNvSpPr>
          <p:nvPr/>
        </p:nvSpPr>
        <p:spPr>
          <a:xfrm xmlns:a="http://schemas.openxmlformats.org/drawingml/2006/main" rot="0" flipH="0" flipV="0">
            <a:off x="14953000" y="7030893"/>
            <a:ext cx="501674" cy="438965"/>
          </a:xfrm>
          <a:custGeom xmlns:a="http://schemas.openxmlformats.org/drawingml/2006/main">
            <a:rect l="l" t="t" r="r" b="b"/>
            <a:pathLst>
              <a:path w="812800" h="711200">
                <a:moveTo>
                  <a:pt x="406400" y="711200"/>
                </a:moveTo>
                <a:lnTo>
                  <a:pt x="812800" y="0"/>
                </a:lnTo>
                <a:lnTo>
                  <a:pt x="0" y="0"/>
                </a:lnTo>
                <a:lnTo>
                  <a:pt x="406400" y="711200"/>
                </a:lnTo>
                <a:close/>
              </a:path>
            </a:pathLst>
          </a:custGeom>
          <a:solidFill xmlns:a="http://schemas.openxmlformats.org/drawingml/2006/main">
            <a:srgbClr val="F68D55"/>
          </a:solidFill>
        </p:spPr>
      </p:sp>
      <p:sp>
        <p:nvSpPr>
          <p:cNvPr id="45" name="TextBox 45">
            <a:extLst xmlns:a="http://schemas.openxmlformats.org/drawingml/2006/main">
              <a:ext uri="{FF2B5EF4-FFF2-40B4-BE49-F238E27FC236}">
                <a16:creationId xmlns:a16="http://schemas.microsoft.com/office/drawing/2014/main" id="{A1EE5E28-A9B9-41AB-B6F1-49B88BF59160}"/>
              </a:ext>
            </a:extLst>
          </p:cNvPr>
          <p:cNvSpPr>
            <a:spLocks xmlns:a="http://schemas.openxmlformats.org/drawingml/2006/main" noGrp="1"/>
          </p:cNvSpPr>
          <p:nvPr/>
        </p:nvSpPr>
        <p:spPr>
          <a:xfrm xmlns:a="http://schemas.openxmlformats.org/drawingml/2006/main" rot="0" flipH="0" flipV="0">
            <a:off x="15031386" y="7038731"/>
            <a:ext cx="344900" cy="22732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47" name="Freeform 47">
            <a:extLst xmlns:a="http://schemas.openxmlformats.org/drawingml/2006/main">
              <a:ext uri="{FF2B5EF4-FFF2-40B4-BE49-F238E27FC236}">
                <a16:creationId xmlns:a16="http://schemas.microsoft.com/office/drawing/2014/main" id="{BE82487B-3D86-4BFB-849D-B6DD4069DB9C}"/>
              </a:ext>
            </a:extLst>
          </p:cNvPr>
          <p:cNvSpPr>
            <a:spLocks xmlns:a="http://schemas.openxmlformats.org/drawingml/2006/main" noGrp="1"/>
          </p:cNvSpPr>
          <p:nvPr/>
        </p:nvSpPr>
        <p:spPr>
          <a:xfrm xmlns:a="http://schemas.openxmlformats.org/drawingml/2006/main" rot="0" flipH="0" flipV="0">
            <a:off x="3075468" y="7030893"/>
            <a:ext cx="501674" cy="438965"/>
          </a:xfrm>
          <a:custGeom xmlns:a="http://schemas.openxmlformats.org/drawingml/2006/main">
            <a:rect l="l" t="t" r="r" b="b"/>
            <a:pathLst>
              <a:path w="812800" h="711200">
                <a:moveTo>
                  <a:pt x="406400" y="711200"/>
                </a:moveTo>
                <a:lnTo>
                  <a:pt x="812800" y="0"/>
                </a:lnTo>
                <a:lnTo>
                  <a:pt x="0" y="0"/>
                </a:lnTo>
                <a:lnTo>
                  <a:pt x="406400" y="711200"/>
                </a:lnTo>
                <a:close/>
              </a:path>
            </a:pathLst>
          </a:custGeom>
          <a:solidFill xmlns:a="http://schemas.openxmlformats.org/drawingml/2006/main">
            <a:srgbClr val="122359"/>
          </a:solidFill>
        </p:spPr>
      </p:sp>
      <p:sp>
        <p:nvSpPr>
          <p:cNvPr id="48" name="TextBox 48">
            <a:extLst xmlns:a="http://schemas.openxmlformats.org/drawingml/2006/main">
              <a:ext uri="{FF2B5EF4-FFF2-40B4-BE49-F238E27FC236}">
                <a16:creationId xmlns:a16="http://schemas.microsoft.com/office/drawing/2014/main" id="{53DEF11C-C3E9-4F41-918C-8DCFDA760A87}"/>
              </a:ext>
            </a:extLst>
          </p:cNvPr>
          <p:cNvSpPr>
            <a:spLocks xmlns:a="http://schemas.openxmlformats.org/drawingml/2006/main" noGrp="1"/>
          </p:cNvSpPr>
          <p:nvPr/>
        </p:nvSpPr>
        <p:spPr>
          <a:xfrm xmlns:a="http://schemas.openxmlformats.org/drawingml/2006/main" rot="0" flipH="0" flipV="0">
            <a:off x="3153854" y="7038731"/>
            <a:ext cx="344900" cy="22732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50" name="Freeform 50">
            <a:extLst xmlns:a="http://schemas.openxmlformats.org/drawingml/2006/main">
              <a:ext uri="{FF2B5EF4-FFF2-40B4-BE49-F238E27FC236}">
                <a16:creationId xmlns:a16="http://schemas.microsoft.com/office/drawing/2014/main" id="{D050B117-84A0-44CE-BBCA-5FF462F094EA}"/>
              </a:ext>
            </a:extLst>
          </p:cNvPr>
          <p:cNvSpPr>
            <a:spLocks xmlns:a="http://schemas.openxmlformats.org/drawingml/2006/main" noGrp="1"/>
          </p:cNvSpPr>
          <p:nvPr/>
        </p:nvSpPr>
        <p:spPr>
          <a:xfrm xmlns:a="http://schemas.openxmlformats.org/drawingml/2006/main" rot="0" flipH="0" flipV="0">
            <a:off x="14812540" y="7303716"/>
            <a:ext cx="782594" cy="332282"/>
          </a:xfrm>
          <a:custGeom xmlns:a="http://schemas.openxmlformats.org/drawingml/2006/main">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xmlns:a="http://schemas.openxmlformats.org/drawingml/2006/main">
            <a:srgbClr val="F68D55">
              <a:alpha val="26667"/>
            </a:srgbClr>
          </a:solidFill>
          <a:ln xmlns:a="http://schemas.openxmlformats.org/drawingml/2006/main" cap="rnd">
            <a:noFill/>
            <a:prstDash val="solid"/>
            <a:round/>
          </a:ln>
        </p:spPr>
      </p:sp>
      <p:sp>
        <p:nvSpPr>
          <p:cNvPr id="51" name="TextBox 51">
            <a:extLst xmlns:a="http://schemas.openxmlformats.org/drawingml/2006/main">
              <a:ext uri="{FF2B5EF4-FFF2-40B4-BE49-F238E27FC236}">
                <a16:creationId xmlns:a16="http://schemas.microsoft.com/office/drawing/2014/main" id="{7C234D9B-8FC1-498D-A24E-613FCB2AA7F8}"/>
              </a:ext>
            </a:extLst>
          </p:cNvPr>
          <p:cNvSpPr>
            <a:spLocks xmlns:a="http://schemas.openxmlformats.org/drawingml/2006/main" noGrp="1"/>
          </p:cNvSpPr>
          <p:nvPr/>
        </p:nvSpPr>
        <p:spPr>
          <a:xfrm xmlns:a="http://schemas.openxmlformats.org/drawingml/2006/main" rot="0" flipH="0" flipV="0">
            <a:off x="14885908" y="7319291"/>
            <a:ext cx="635857" cy="28555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53" name="Freeform 53">
            <a:extLst xmlns:a="http://schemas.openxmlformats.org/drawingml/2006/main">
              <a:ext uri="{FF2B5EF4-FFF2-40B4-BE49-F238E27FC236}">
                <a16:creationId xmlns:a16="http://schemas.microsoft.com/office/drawing/2014/main" id="{4896ED98-1AE5-43D7-A39D-08FBA04504A9}"/>
              </a:ext>
            </a:extLst>
          </p:cNvPr>
          <p:cNvSpPr>
            <a:spLocks xmlns:a="http://schemas.openxmlformats.org/drawingml/2006/main" noGrp="1"/>
          </p:cNvSpPr>
          <p:nvPr/>
        </p:nvSpPr>
        <p:spPr>
          <a:xfrm xmlns:a="http://schemas.openxmlformats.org/drawingml/2006/main" rot="0" flipH="0" flipV="0">
            <a:off x="2935008" y="7303716"/>
            <a:ext cx="782594" cy="332282"/>
          </a:xfrm>
          <a:custGeom xmlns:a="http://schemas.openxmlformats.org/drawingml/2006/main">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xmlns:a="http://schemas.openxmlformats.org/drawingml/2006/main">
            <a:srgbClr val="122359">
              <a:alpha val="26667"/>
            </a:srgbClr>
          </a:solidFill>
          <a:ln xmlns:a="http://schemas.openxmlformats.org/drawingml/2006/main" cap="rnd">
            <a:noFill/>
            <a:prstDash val="solid"/>
            <a:round/>
          </a:ln>
        </p:spPr>
      </p:sp>
      <p:sp>
        <p:nvSpPr>
          <p:cNvPr id="54" name="TextBox 54">
            <a:extLst xmlns:a="http://schemas.openxmlformats.org/drawingml/2006/main">
              <a:ext uri="{FF2B5EF4-FFF2-40B4-BE49-F238E27FC236}">
                <a16:creationId xmlns:a16="http://schemas.microsoft.com/office/drawing/2014/main" id="{E8E99F4A-9BE0-41AF-8A29-10E83AECB16D}"/>
              </a:ext>
            </a:extLst>
          </p:cNvPr>
          <p:cNvSpPr>
            <a:spLocks xmlns:a="http://schemas.openxmlformats.org/drawingml/2006/main" noGrp="1"/>
          </p:cNvSpPr>
          <p:nvPr/>
        </p:nvSpPr>
        <p:spPr>
          <a:xfrm xmlns:a="http://schemas.openxmlformats.org/drawingml/2006/main" rot="0" flipH="0" flipV="0">
            <a:off x="3008376" y="7319291"/>
            <a:ext cx="635857" cy="285554"/>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55" name="Freeform 55">
            <a:extLst xmlns:a="http://schemas.openxmlformats.org/drawingml/2006/main">
              <a:ext uri="{FF2B5EF4-FFF2-40B4-BE49-F238E27FC236}">
                <a16:creationId xmlns:a16="http://schemas.microsoft.com/office/drawing/2014/main" id="{07A10193-D0F2-4056-B518-E9B0586A0E77}"/>
              </a:ext>
            </a:extLst>
          </p:cNvPr>
          <p:cNvSpPr>
            <a:spLocks xmlns:a="http://schemas.openxmlformats.org/drawingml/2006/main" noGrp="1"/>
          </p:cNvSpPr>
          <p:nvPr/>
        </p:nvSpPr>
        <p:spPr>
          <a:xfrm xmlns:a="http://schemas.openxmlformats.org/drawingml/2006/main" rot="0" flipH="0" flipV="0">
            <a:off x="8130045" y="4521682"/>
            <a:ext cx="675360" cy="675360"/>
          </a:xfrm>
          <a:custGeom xmlns:a="http://schemas.openxmlformats.org/drawingml/2006/main">
            <a:rect l="l" t="t" r="r" b="b"/>
            <a:pathLst>
              <a:path w="675360" h="675360">
                <a:moveTo>
                  <a:pt x="0" y="0"/>
                </a:moveTo>
                <a:lnTo>
                  <a:pt x="675360" y="0"/>
                </a:lnTo>
                <a:lnTo>
                  <a:pt x="675360" y="675361"/>
                </a:lnTo>
                <a:lnTo>
                  <a:pt x="0" y="675361"/>
                </a:lnTo>
                <a:lnTo>
                  <a:pt x="0" y="0"/>
                </a:lnTo>
                <a:close/>
              </a:path>
            </a:pathLst>
          </a:custGeom>
          <a:blipFill xmlns:a="http://schemas.openxmlformats.org/drawingml/2006/main">
            <a:blip xmlns:r="http://schemas.openxmlformats.org/officeDocument/2006/relationships" r:embed="Rd7bea869bbd042ad">
              <a:extLst>
                <a:ext uri="{96DAC541-7B7A-43D3-8B79-37D633B846F1}">
                  <asvg:svgBlip xmlns:asvg="http://schemas.microsoft.com/office/drawing/2016/SVG/main" r:embed="R9e4e1a14573b40e3"/>
                </a:ext>
              </a:extLst>
            </a:blip>
            <a:stretch>
              <a:fillRect l="0" t="0" r="0" b="0"/>
            </a:stretch>
          </a:blipFill>
        </p:spPr>
      </p:sp>
      <p:sp>
        <p:nvSpPr>
          <p:cNvPr id="56" name="Freeform 56">
            <a:extLst xmlns:a="http://schemas.openxmlformats.org/drawingml/2006/main">
              <a:ext uri="{FF2B5EF4-FFF2-40B4-BE49-F238E27FC236}">
                <a16:creationId xmlns:a16="http://schemas.microsoft.com/office/drawing/2014/main" id="{B3009674-429D-45AD-BCB4-C773EA3D8BB2}"/>
              </a:ext>
            </a:extLst>
          </p:cNvPr>
          <p:cNvSpPr>
            <a:spLocks xmlns:a="http://schemas.openxmlformats.org/drawingml/2006/main" noGrp="1"/>
          </p:cNvSpPr>
          <p:nvPr/>
        </p:nvSpPr>
        <p:spPr>
          <a:xfrm xmlns:a="http://schemas.openxmlformats.org/drawingml/2006/main" rot="0" flipH="0" flipV="0">
            <a:off x="11179779" y="5786909"/>
            <a:ext cx="758532" cy="758532"/>
          </a:xfrm>
          <a:custGeom xmlns:a="http://schemas.openxmlformats.org/drawingml/2006/main">
            <a:rect l="l" t="t" r="r" b="b"/>
            <a:pathLst>
              <a:path w="758532" h="758532">
                <a:moveTo>
                  <a:pt x="0" y="0"/>
                </a:moveTo>
                <a:lnTo>
                  <a:pt x="758532" y="0"/>
                </a:lnTo>
                <a:lnTo>
                  <a:pt x="758532" y="758531"/>
                </a:lnTo>
                <a:lnTo>
                  <a:pt x="0" y="758531"/>
                </a:lnTo>
                <a:lnTo>
                  <a:pt x="0" y="0"/>
                </a:lnTo>
                <a:close/>
              </a:path>
            </a:pathLst>
          </a:custGeom>
          <a:blipFill xmlns:a="http://schemas.openxmlformats.org/drawingml/2006/main">
            <a:blip xmlns:r="http://schemas.openxmlformats.org/officeDocument/2006/relationships" r:embed="Rf71f7e54ebc44b95">
              <a:extLst>
                <a:ext uri="{96DAC541-7B7A-43D3-8B79-37D633B846F1}">
                  <asvg:svgBlip xmlns:asvg="http://schemas.microsoft.com/office/drawing/2016/SVG/main" r:embed="Rd8d8d5121ba040a0"/>
                </a:ext>
              </a:extLst>
            </a:blip>
            <a:stretch>
              <a:fillRect l="0" t="0" r="0" b="0"/>
            </a:stretch>
          </a:blipFill>
        </p:spPr>
      </p:sp>
      <p:sp>
        <p:nvSpPr>
          <p:cNvPr id="57" name="Freeform 57">
            <a:extLst xmlns:a="http://schemas.openxmlformats.org/drawingml/2006/main">
              <a:ext uri="{FF2B5EF4-FFF2-40B4-BE49-F238E27FC236}">
                <a16:creationId xmlns:a16="http://schemas.microsoft.com/office/drawing/2014/main" id="{9BA4063A-6524-44CA-9637-BF5D40D09A39}"/>
              </a:ext>
            </a:extLst>
          </p:cNvPr>
          <p:cNvSpPr>
            <a:spLocks xmlns:a="http://schemas.openxmlformats.org/drawingml/2006/main" noGrp="1"/>
          </p:cNvSpPr>
          <p:nvPr/>
        </p:nvSpPr>
        <p:spPr>
          <a:xfrm xmlns:a="http://schemas.openxmlformats.org/drawingml/2006/main" rot="0" flipH="0" flipV="0">
            <a:off x="9853135" y="4634370"/>
            <a:ext cx="675360" cy="675360"/>
          </a:xfrm>
          <a:custGeom xmlns:a="http://schemas.openxmlformats.org/drawingml/2006/main">
            <a:rect l="l" t="t" r="r" b="b"/>
            <a:pathLst>
              <a:path w="675360" h="675360">
                <a:moveTo>
                  <a:pt x="0" y="0"/>
                </a:moveTo>
                <a:lnTo>
                  <a:pt x="675360" y="0"/>
                </a:lnTo>
                <a:lnTo>
                  <a:pt x="675360" y="675360"/>
                </a:lnTo>
                <a:lnTo>
                  <a:pt x="0" y="675360"/>
                </a:lnTo>
                <a:lnTo>
                  <a:pt x="0" y="0"/>
                </a:lnTo>
                <a:close/>
              </a:path>
            </a:pathLst>
          </a:custGeom>
          <a:blipFill xmlns:a="http://schemas.openxmlformats.org/drawingml/2006/main">
            <a:blip xmlns:r="http://schemas.openxmlformats.org/officeDocument/2006/relationships" r:embed="R9db65cfae05f48ad">
              <a:extLst>
                <a:ext uri="{96DAC541-7B7A-43D3-8B79-37D633B846F1}">
                  <asvg:svgBlip xmlns:asvg="http://schemas.microsoft.com/office/drawing/2016/SVG/main" r:embed="R41f33bf9902e4417"/>
                </a:ext>
              </a:extLst>
            </a:blip>
            <a:stretch>
              <a:fillRect l="0" t="0" r="0" b="0"/>
            </a:stretch>
          </a:blipFill>
        </p:spPr>
      </p:sp>
      <p:sp>
        <p:nvSpPr>
          <p:cNvPr id="58" name="Freeform 58">
            <a:extLst xmlns:a="http://schemas.openxmlformats.org/drawingml/2006/main">
              <a:ext uri="{FF2B5EF4-FFF2-40B4-BE49-F238E27FC236}">
                <a16:creationId xmlns:a16="http://schemas.microsoft.com/office/drawing/2014/main" id="{416E9053-E372-4BB7-9CF6-873FB7540748}"/>
              </a:ext>
            </a:extLst>
          </p:cNvPr>
          <p:cNvSpPr>
            <a:spLocks xmlns:a="http://schemas.openxmlformats.org/drawingml/2006/main" noGrp="1"/>
          </p:cNvSpPr>
          <p:nvPr/>
        </p:nvSpPr>
        <p:spPr>
          <a:xfrm xmlns:a="http://schemas.openxmlformats.org/drawingml/2006/main" rot="0" flipH="0" flipV="0">
            <a:off x="6748706" y="5828494"/>
            <a:ext cx="675360" cy="675360"/>
          </a:xfrm>
          <a:custGeom xmlns:a="http://schemas.openxmlformats.org/drawingml/2006/main">
            <a:rect l="l" t="t" r="r" b="b"/>
            <a:pathLst>
              <a:path w="675360" h="675360">
                <a:moveTo>
                  <a:pt x="0" y="0"/>
                </a:moveTo>
                <a:lnTo>
                  <a:pt x="675361" y="0"/>
                </a:lnTo>
                <a:lnTo>
                  <a:pt x="675361" y="675361"/>
                </a:lnTo>
                <a:lnTo>
                  <a:pt x="0" y="675361"/>
                </a:lnTo>
                <a:lnTo>
                  <a:pt x="0" y="0"/>
                </a:lnTo>
                <a:close/>
              </a:path>
            </a:pathLst>
          </a:custGeom>
          <a:blipFill xmlns:a="http://schemas.openxmlformats.org/drawingml/2006/main">
            <a:blip xmlns:r="http://schemas.openxmlformats.org/officeDocument/2006/relationships" r:embed="Rac81034b7b314428">
              <a:extLst>
                <a:ext uri="{96DAC541-7B7A-43D3-8B79-37D633B846F1}">
                  <asvg:svgBlip xmlns:asvg="http://schemas.microsoft.com/office/drawing/2016/SVG/main" r:embed="R79b52c79211c4217"/>
                </a:ext>
              </a:extLst>
            </a:blip>
            <a:stretch>
              <a:fillRect l="0" t="0" r="0" b="0"/>
            </a:stretch>
          </a:blipFill>
        </p:spPr>
      </p:sp>
      <p:sp>
        <p:nvSpPr>
          <p:cNvPr id="59" name="TextBox 59">
            <a:extLst xmlns:a="http://schemas.openxmlformats.org/drawingml/2006/main">
              <a:ext uri="{FF2B5EF4-FFF2-40B4-BE49-F238E27FC236}">
                <a16:creationId xmlns:a16="http://schemas.microsoft.com/office/drawing/2014/main" id="{1602A55B-1165-4141-BE9F-109BE0EF07C4}"/>
              </a:ext>
            </a:extLst>
          </p:cNvPr>
          <p:cNvSpPr>
            <a:spLocks xmlns:a="http://schemas.openxmlformats.org/drawingml/2006/main" noGrp="1"/>
          </p:cNvSpPr>
          <p:nvPr/>
        </p:nvSpPr>
        <p:spPr>
          <a:xfrm xmlns:a="http://schemas.openxmlformats.org/drawingml/2006/main" rot="0">
            <a:off x="5941909" y="7736065"/>
            <a:ext cx="6404181" cy="978408"/>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450"/>
            </a:defPPr>
            <a:lvl1pPr>
              <a:defRPr sz="3450"/>
            </a:lvl1pPr>
            <a:lvl2pPr>
              <a:defRPr sz="3450"/>
            </a:lvl2pPr>
            <a:lvl3pPr>
              <a:defRPr sz="3450"/>
            </a:lvl3pPr>
            <a:lvl4pPr>
              <a:defRPr sz="3450"/>
            </a:lvl4pPr>
            <a:lvl5pPr>
              <a:defRPr sz="3450"/>
            </a:lvl5pPr>
            <a:lvl6pPr>
              <a:defRPr sz="3450"/>
            </a:lvl6pPr>
            <a:lvl7pPr>
              <a:defRPr sz="3450"/>
            </a:lvl7pPr>
            <a:lvl8pPr>
              <a:defRPr sz="3450"/>
            </a:lvl8pPr>
            <a:lvl9pPr>
              <a:defRPr sz="3450"/>
            </a:lvl9pPr>
          </a:lstStyle>
          <a:p xmlns:a="http://schemas.openxmlformats.org/drawingml/2006/main">
            <a:pPr algn="ctr">
              <a:lnSpc>
                <a:spcPts val="3852"/>
              </a:lnSpc>
              <a:buNone/>
            </a:pPr>
            <a:r>
              <a:rPr sz="3450" b="1">
                <a:solidFill>
                  <a:srgbClr val="112F8D"/>
                </a:solidFill>
                <a:latin typeface="TT Fors Bold"/>
                <a:ea typeface="TT Fors Bold"/>
                <a:cs typeface="TT Fors Bold"/>
              </a:rPr>
              <a:t>Ringkasan Hasil</a:t>
            </a:r>
          </a:p>
          <a:p xmlns:a="http://schemas.openxmlformats.org/drawingml/2006/main">
            <a:pPr algn="ctr">
              <a:lnSpc>
                <a:spcPts val="3852"/>
              </a:lnSpc>
              <a:buNone/>
            </a:pPr>
            <a:r>
              <a:rPr sz="3450" b="1">
                <a:solidFill>
                  <a:srgbClr val="112F8D"/>
                </a:solidFill>
                <a:latin typeface="TT Fors Bold"/>
                <a:ea typeface="TT Fors Bold"/>
                <a:cs typeface="TT Fors Bold"/>
              </a:rPr>
              <a:t>Top-20</a:t>
            </a:r>
          </a:p>
        </p:txBody>
      </p:sp>
      <p:sp>
        <p:nvSpPr>
          <p:cNvPr id="60" name="TextBox 60">
            <a:extLst xmlns:a="http://schemas.openxmlformats.org/drawingml/2006/main">
              <a:ext uri="{FF2B5EF4-FFF2-40B4-BE49-F238E27FC236}">
                <a16:creationId xmlns:a16="http://schemas.microsoft.com/office/drawing/2014/main" id="{2FAE07A3-40EC-4BB2-874C-31B805DF82F2}"/>
              </a:ext>
            </a:extLst>
          </p:cNvPr>
          <p:cNvSpPr>
            <a:spLocks xmlns:a="http://schemas.openxmlformats.org/drawingml/2006/main" noGrp="1"/>
          </p:cNvSpPr>
          <p:nvPr/>
        </p:nvSpPr>
        <p:spPr>
          <a:xfrm xmlns:a="http://schemas.openxmlformats.org/drawingml/2006/main" rot="0">
            <a:off x="5941909" y="8844812"/>
            <a:ext cx="6404181"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725"/>
            </a:defPPr>
            <a:lvl1pPr>
              <a:defRPr sz="1725"/>
            </a:lvl1pPr>
            <a:lvl2pPr>
              <a:defRPr sz="1725"/>
            </a:lvl2pPr>
            <a:lvl3pPr>
              <a:defRPr sz="1725"/>
            </a:lvl3pPr>
            <a:lvl4pPr>
              <a:defRPr sz="1725"/>
            </a:lvl4pPr>
            <a:lvl5pPr>
              <a:defRPr sz="1725"/>
            </a:lvl5pPr>
            <a:lvl6pPr>
              <a:defRPr sz="1725"/>
            </a:lvl6pPr>
            <a:lvl7pPr>
              <a:defRPr sz="1725"/>
            </a:lvl7pPr>
            <a:lvl8pPr>
              <a:defRPr sz="1725"/>
            </a:lvl8pPr>
            <a:lvl9pPr>
              <a:defRPr sz="1725"/>
            </a:lvl9pPr>
          </a:lstStyle>
          <a:p xmlns:a="http://schemas.openxmlformats.org/drawingml/2006/main">
            <a:pPr algn="ctr">
              <a:lnSpc>
                <a:spcPts val="2940"/>
              </a:lnSpc>
              <a:spcBef>
                <a:spcPct val="0"/>
              </a:spcBef>
              <a:buNone/>
            </a:pPr>
            <a:r>
              <a:rPr sz="1725">
                <a:solidFill>
                  <a:srgbClr val="000000"/>
                </a:solidFill>
                <a:latin typeface="TT Fors"/>
                <a:ea typeface="TT Fors"/>
                <a:cs typeface="TT Fors"/>
              </a:rPr>
              <a:t>HR@20 / NDCG@20; level bukti berbeda</a:t>
            </a:r>
          </a:p>
        </p:txBody>
      </p:sp>
      <p:sp>
        <p:nvSpPr>
          <p:cNvPr id="61" name="TextBox 61">
            <a:extLst xmlns:a="http://schemas.openxmlformats.org/drawingml/2006/main">
              <a:ext uri="{FF2B5EF4-FFF2-40B4-BE49-F238E27FC236}">
                <a16:creationId xmlns:a16="http://schemas.microsoft.com/office/drawing/2014/main" id="{D5D1E411-D462-426F-803D-D0B2B22EBFBE}"/>
              </a:ext>
            </a:extLst>
          </p:cNvPr>
          <p:cNvSpPr>
            <a:spLocks xmlns:a="http://schemas.openxmlformats.org/drawingml/2006/main" noGrp="1"/>
          </p:cNvSpPr>
          <p:nvPr/>
        </p:nvSpPr>
        <p:spPr>
          <a:xfrm xmlns:a="http://schemas.openxmlformats.org/drawingml/2006/main" rot="0">
            <a:off x="10983253" y="1848656"/>
            <a:ext cx="3227349"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LastFM · mean 4-worker set</a:t>
            </a:r>
          </a:p>
          <a:p xmlns:a="http://schemas.openxmlformats.org/drawingml/2006/main">
            <a:pPr algn="ctr">
              <a:lnSpc>
                <a:spcPts val="2239"/>
              </a:lnSpc>
              <a:spcBef>
                <a:spcPct val="0"/>
              </a:spcBef>
              <a:buNone/>
            </a:pPr>
            <a:r>
              <a:rPr sz="1350">
                <a:solidFill>
                  <a:srgbClr val="000000"/>
                </a:solidFill>
                <a:latin typeface="TT Fors"/>
                <a:ea typeface="TT Fors"/>
                <a:cs typeface="TT Fors"/>
              </a:rPr>
              <a:t>BSARec 0.1110 / 0.0517</a:t>
            </a:r>
          </a:p>
          <a:p xmlns:a="http://schemas.openxmlformats.org/drawingml/2006/main">
            <a:pPr algn="ctr">
              <a:lnSpc>
                <a:spcPts val="2239"/>
              </a:lnSpc>
              <a:spcBef>
                <a:spcPct val="0"/>
              </a:spcBef>
              <a:buNone/>
            </a:pPr>
            <a:r>
              <a:rPr sz="1350">
                <a:solidFill>
                  <a:srgbClr val="000000"/>
                </a:solidFill>
                <a:latin typeface="TT Fors"/>
                <a:ea typeface="TT Fors"/>
                <a:cs typeface="TT Fors"/>
              </a:rPr>
              <a:t>SASRec 0.0936 / 0.0475</a:t>
            </a:r>
          </a:p>
        </p:txBody>
      </p:sp>
      <p:sp>
        <p:nvSpPr>
          <p:cNvPr id="62" name="TextBox 62">
            <a:extLst xmlns:a="http://schemas.openxmlformats.org/drawingml/2006/main">
              <a:ext uri="{FF2B5EF4-FFF2-40B4-BE49-F238E27FC236}">
                <a16:creationId xmlns:a16="http://schemas.microsoft.com/office/drawing/2014/main" id="{3373B21E-F717-47AA-8D73-69D8404999D4}"/>
              </a:ext>
            </a:extLst>
          </p:cNvPr>
          <p:cNvSpPr>
            <a:spLocks xmlns:a="http://schemas.openxmlformats.org/drawingml/2006/main" noGrp="1"/>
          </p:cNvSpPr>
          <p:nvPr/>
        </p:nvSpPr>
        <p:spPr>
          <a:xfrm xmlns:a="http://schemas.openxmlformats.org/drawingml/2006/main" rot="0">
            <a:off x="4600494" y="1848656"/>
            <a:ext cx="3227349"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Beauty · mean 3 seed</a:t>
            </a:r>
          </a:p>
          <a:p xmlns:a="http://schemas.openxmlformats.org/drawingml/2006/main">
            <a:pPr algn="ctr">
              <a:lnSpc>
                <a:spcPts val="2239"/>
              </a:lnSpc>
              <a:spcBef>
                <a:spcPct val="0"/>
              </a:spcBef>
              <a:buNone/>
            </a:pPr>
            <a:r>
              <a:rPr sz="1350">
                <a:solidFill>
                  <a:srgbClr val="000000"/>
                </a:solidFill>
                <a:latin typeface="TT Fors"/>
                <a:ea typeface="TT Fors"/>
                <a:cs typeface="TT Fors"/>
              </a:rPr>
              <a:t>BSARec 0.1334 / 0.0680</a:t>
            </a:r>
          </a:p>
          <a:p xmlns:a="http://schemas.openxmlformats.org/drawingml/2006/main">
            <a:pPr algn="ctr">
              <a:lnSpc>
                <a:spcPts val="2239"/>
              </a:lnSpc>
              <a:spcBef>
                <a:spcPct val="0"/>
              </a:spcBef>
              <a:buNone/>
            </a:pPr>
            <a:r>
              <a:rPr sz="1350">
                <a:solidFill>
                  <a:srgbClr val="000000"/>
                </a:solidFill>
                <a:latin typeface="TT Fors"/>
                <a:ea typeface="TT Fors"/>
                <a:cs typeface="TT Fors"/>
              </a:rPr>
              <a:t>SASRec 0.0823 / 0.0353</a:t>
            </a:r>
          </a:p>
        </p:txBody>
      </p:sp>
      <p:sp>
        <p:nvSpPr>
          <p:cNvPr id="63" name="TextBox 63">
            <a:extLst xmlns:a="http://schemas.openxmlformats.org/drawingml/2006/main">
              <a:ext uri="{FF2B5EF4-FFF2-40B4-BE49-F238E27FC236}">
                <a16:creationId xmlns:a16="http://schemas.microsoft.com/office/drawing/2014/main" id="{8623C1A0-357D-4639-8A3C-FB81EF793033}"/>
              </a:ext>
            </a:extLst>
          </p:cNvPr>
          <p:cNvSpPr>
            <a:spLocks xmlns:a="http://schemas.openxmlformats.org/drawingml/2006/main" noGrp="1"/>
          </p:cNvSpPr>
          <p:nvPr/>
        </p:nvSpPr>
        <p:spPr>
          <a:xfrm xmlns:a="http://schemas.openxmlformats.org/drawingml/2006/main" rot="0">
            <a:off x="10983253" y="1430216"/>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LastFM</a:t>
            </a:r>
          </a:p>
        </p:txBody>
      </p:sp>
      <p:sp>
        <p:nvSpPr>
          <p:cNvPr id="64" name="TextBox 64">
            <a:extLst xmlns:a="http://schemas.openxmlformats.org/drawingml/2006/main">
              <a:ext uri="{FF2B5EF4-FFF2-40B4-BE49-F238E27FC236}">
                <a16:creationId xmlns:a16="http://schemas.microsoft.com/office/drawing/2014/main" id="{5F52FCFB-09DF-402E-B123-EFCC2283B768}"/>
              </a:ext>
            </a:extLst>
          </p:cNvPr>
          <p:cNvSpPr>
            <a:spLocks xmlns:a="http://schemas.openxmlformats.org/drawingml/2006/main" noGrp="1"/>
          </p:cNvSpPr>
          <p:nvPr/>
        </p:nvSpPr>
        <p:spPr>
          <a:xfrm xmlns:a="http://schemas.openxmlformats.org/drawingml/2006/main" rot="0">
            <a:off x="4600494" y="1430216"/>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Beauty</a:t>
            </a:r>
          </a:p>
        </p:txBody>
      </p:sp>
      <p:sp>
        <p:nvSpPr>
          <p:cNvPr id="65" name="TextBox 65">
            <a:extLst xmlns:a="http://schemas.openxmlformats.org/drawingml/2006/main">
              <a:ext uri="{FF2B5EF4-FFF2-40B4-BE49-F238E27FC236}">
                <a16:creationId xmlns:a16="http://schemas.microsoft.com/office/drawing/2014/main" id="{D77EE35F-6446-436E-9CEF-BB3BD1C67534}"/>
              </a:ext>
            </a:extLst>
          </p:cNvPr>
          <p:cNvSpPr>
            <a:spLocks xmlns:a="http://schemas.openxmlformats.org/drawingml/2006/main" noGrp="1"/>
          </p:cNvSpPr>
          <p:nvPr/>
        </p:nvSpPr>
        <p:spPr>
          <a:xfrm xmlns:a="http://schemas.openxmlformats.org/drawingml/2006/main" rot="0">
            <a:off x="13590163" y="5443080"/>
            <a:ext cx="3227349"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BSARec lebih tinggi pada @20</a:t>
            </a:r>
          </a:p>
          <a:p xmlns:a="http://schemas.openxmlformats.org/drawingml/2006/main">
            <a:pPr algn="ctr">
              <a:lnSpc>
                <a:spcPts val="2239"/>
              </a:lnSpc>
              <a:spcBef>
                <a:spcPct val="0"/>
              </a:spcBef>
              <a:buNone/>
            </a:pPr>
            <a:r>
              <a:rPr sz="1350">
                <a:solidFill>
                  <a:srgbClr val="000000"/>
                </a:solidFill>
                <a:latin typeface="TT Fors"/>
                <a:ea typeface="TT Fors"/>
                <a:cs typeface="TT Fors"/>
              </a:rPr>
              <a:t>di tiga ringkasan run; ML-1M</a:t>
            </a:r>
          </a:p>
          <a:p xmlns:a="http://schemas.openxmlformats.org/drawingml/2006/main">
            <a:pPr algn="ctr">
              <a:lnSpc>
                <a:spcPts val="2239"/>
              </a:lnSpc>
              <a:spcBef>
                <a:spcPct val="0"/>
              </a:spcBef>
              <a:buNone/>
            </a:pPr>
            <a:r>
              <a:rPr sz="1350">
                <a:solidFill>
                  <a:srgbClr val="000000"/>
                </a:solidFill>
                <a:latin typeface="TT Fors"/>
                <a:ea typeface="TT Fors"/>
                <a:cs typeface="TT Fors"/>
              </a:rPr>
              <a:t>hanya pilot satu seed.</a:t>
            </a:r>
          </a:p>
        </p:txBody>
      </p:sp>
      <p:sp>
        <p:nvSpPr>
          <p:cNvPr id="66" name="TextBox 66">
            <a:extLst xmlns:a="http://schemas.openxmlformats.org/drawingml/2006/main">
              <a:ext uri="{FF2B5EF4-FFF2-40B4-BE49-F238E27FC236}">
                <a16:creationId xmlns:a16="http://schemas.microsoft.com/office/drawing/2014/main" id="{06A6FB2C-35F6-41EE-9BE3-C02D48167941}"/>
              </a:ext>
            </a:extLst>
          </p:cNvPr>
          <p:cNvSpPr>
            <a:spLocks xmlns:a="http://schemas.openxmlformats.org/drawingml/2006/main" noGrp="1"/>
          </p:cNvSpPr>
          <p:nvPr/>
        </p:nvSpPr>
        <p:spPr>
          <a:xfrm xmlns:a="http://schemas.openxmlformats.org/drawingml/2006/main" rot="0">
            <a:off x="1712631" y="5443080"/>
            <a:ext cx="3227349"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ML-1M · run seed 42</a:t>
            </a:r>
          </a:p>
          <a:p xmlns:a="http://schemas.openxmlformats.org/drawingml/2006/main">
            <a:pPr algn="ctr">
              <a:lnSpc>
                <a:spcPts val="2239"/>
              </a:lnSpc>
              <a:spcBef>
                <a:spcPct val="0"/>
              </a:spcBef>
              <a:buNone/>
            </a:pPr>
            <a:r>
              <a:rPr sz="1350">
                <a:solidFill>
                  <a:srgbClr val="000000"/>
                </a:solidFill>
                <a:latin typeface="TT Fors"/>
                <a:ea typeface="TT Fors"/>
                <a:cs typeface="TT Fors"/>
              </a:rPr>
              <a:t>BSARec 0.3652 / 0.1701</a:t>
            </a:r>
          </a:p>
          <a:p xmlns:a="http://schemas.openxmlformats.org/drawingml/2006/main">
            <a:pPr algn="ctr">
              <a:lnSpc>
                <a:spcPts val="2239"/>
              </a:lnSpc>
              <a:spcBef>
                <a:spcPct val="0"/>
              </a:spcBef>
              <a:buNone/>
            </a:pPr>
            <a:r>
              <a:rPr sz="1350">
                <a:solidFill>
                  <a:srgbClr val="000000"/>
                </a:solidFill>
                <a:latin typeface="TT Fors"/>
                <a:ea typeface="TT Fors"/>
                <a:cs typeface="TT Fors"/>
              </a:rPr>
              <a:t>SASRec 0.3199 / 0.1380</a:t>
            </a:r>
          </a:p>
        </p:txBody>
      </p:sp>
      <p:sp>
        <p:nvSpPr>
          <p:cNvPr id="67" name="TextBox 67">
            <a:extLst xmlns:a="http://schemas.openxmlformats.org/drawingml/2006/main">
              <a:ext uri="{FF2B5EF4-FFF2-40B4-BE49-F238E27FC236}">
                <a16:creationId xmlns:a16="http://schemas.microsoft.com/office/drawing/2014/main" id="{3283E6B7-7C62-4A9E-9D9A-D106ABE0A59A}"/>
              </a:ext>
            </a:extLst>
          </p:cNvPr>
          <p:cNvSpPr>
            <a:spLocks xmlns:a="http://schemas.openxmlformats.org/drawingml/2006/main" noGrp="1"/>
          </p:cNvSpPr>
          <p:nvPr/>
        </p:nvSpPr>
        <p:spPr>
          <a:xfrm xmlns:a="http://schemas.openxmlformats.org/drawingml/2006/main" rot="0">
            <a:off x="13590163" y="5024640"/>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Batas Baca</a:t>
            </a:r>
          </a:p>
        </p:txBody>
      </p:sp>
      <p:sp>
        <p:nvSpPr>
          <p:cNvPr id="68" name="TextBox 68">
            <a:extLst xmlns:a="http://schemas.openxmlformats.org/drawingml/2006/main">
              <a:ext uri="{FF2B5EF4-FFF2-40B4-BE49-F238E27FC236}">
                <a16:creationId xmlns:a16="http://schemas.microsoft.com/office/drawing/2014/main" id="{89A53AFD-8F96-4109-AEE2-1C387425CB00}"/>
              </a:ext>
            </a:extLst>
          </p:cNvPr>
          <p:cNvSpPr>
            <a:spLocks xmlns:a="http://schemas.openxmlformats.org/drawingml/2006/main" noGrp="1"/>
          </p:cNvSpPr>
          <p:nvPr/>
        </p:nvSpPr>
        <p:spPr>
          <a:xfrm xmlns:a="http://schemas.openxmlformats.org/drawingml/2006/main" rot="0">
            <a:off x="1712631" y="5024640"/>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ML-1M</a:t>
            </a:r>
          </a:p>
        </p:txBody>
      </p:sp>
    </p:spTree>
    <p:extLst>
      <p:ext uri="{BB962C8B-B14F-4D97-AF65-F5344CB8AC3E}">
        <p14:creationId xmlns:p14="http://schemas.microsoft.com/office/powerpoint/2010/main" val="830321758"/>
      </p:ext>
    </p:extLst>
  </p:cSld>
</p:sld>
</file>

<file path=ppt/slides/slide7.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57B3E52-6DEF-4A17-B1FB-6477D0B509DC}"/>
              </a:ext>
            </a:extLst>
          </p:cNvPr>
          <p:cNvSpPr>
            <a:spLocks xmlns:a="http://schemas.openxmlformats.org/drawingml/2006/main" noGrp="1"/>
          </p:cNvSpPr>
          <p:nvPr/>
        </p:nvSpPr>
        <p:spPr>
          <a:xfrm xmlns:a="http://schemas.openxmlformats.org/drawingml/2006/main" rot="0" flipH="0" flipV="0">
            <a:off x="6367768" y="30480"/>
            <a:ext cx="218799" cy="10226040"/>
          </a:xfrm>
          <a:custGeom xmlns:a="http://schemas.openxmlformats.org/drawingml/2006/main">
            <a:rect l="l" t="t" r="r" b="b"/>
            <a:pathLst>
              <a:path w="57626" h="2693278">
                <a:moveTo>
                  <a:pt x="0" y="0"/>
                </a:moveTo>
                <a:lnTo>
                  <a:pt x="57626" y="0"/>
                </a:lnTo>
                <a:lnTo>
                  <a:pt x="57626" y="2693278"/>
                </a:lnTo>
                <a:lnTo>
                  <a:pt x="0" y="2693278"/>
                </a:lnTo>
                <a:close/>
              </a:path>
            </a:pathLst>
          </a:custGeom>
          <a:solidFill xmlns:a="http://schemas.openxmlformats.org/drawingml/2006/main">
            <a:srgbClr val="BEC8D9"/>
          </a:solidFill>
        </p:spPr>
      </p:sp>
      <p:sp>
        <p:nvSpPr>
          <p:cNvPr id="4" name="TextBox 4">
            <a:extLst xmlns:a="http://schemas.openxmlformats.org/drawingml/2006/main">
              <a:ext uri="{FF2B5EF4-FFF2-40B4-BE49-F238E27FC236}">
                <a16:creationId xmlns:a16="http://schemas.microsoft.com/office/drawing/2014/main" id="{BB1A1141-1A70-41B8-9440-0C162C883501}"/>
              </a:ext>
            </a:extLst>
          </p:cNvPr>
          <p:cNvSpPr>
            <a:spLocks xmlns:a="http://schemas.openxmlformats.org/drawingml/2006/main" noGrp="1"/>
          </p:cNvSpPr>
          <p:nvPr/>
        </p:nvSpPr>
        <p:spPr>
          <a:xfrm xmlns:a="http://schemas.openxmlformats.org/drawingml/2006/main" rot="0" flipH="0" flipV="0">
            <a:off x="6367768" y="-114180"/>
            <a:ext cx="218799" cy="1037070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6" name="Freeform 6">
            <a:extLst xmlns:a="http://schemas.openxmlformats.org/drawingml/2006/main">
              <a:ext uri="{FF2B5EF4-FFF2-40B4-BE49-F238E27FC236}">
                <a16:creationId xmlns:a16="http://schemas.microsoft.com/office/drawing/2014/main" id="{6D9D52B1-AF0F-4D7A-9A18-4D1D3A3269DE}"/>
              </a:ext>
            </a:extLst>
          </p:cNvPr>
          <p:cNvSpPr>
            <a:spLocks xmlns:a="http://schemas.openxmlformats.org/drawingml/2006/main" noGrp="1"/>
          </p:cNvSpPr>
          <p:nvPr/>
        </p:nvSpPr>
        <p:spPr>
          <a:xfrm xmlns:a="http://schemas.openxmlformats.org/drawingml/2006/main" rot="0" flipH="0" flipV="0">
            <a:off x="12229080" y="30480"/>
            <a:ext cx="218799" cy="10226040"/>
          </a:xfrm>
          <a:custGeom xmlns:a="http://schemas.openxmlformats.org/drawingml/2006/main">
            <a:rect l="l" t="t" r="r" b="b"/>
            <a:pathLst>
              <a:path w="57626" h="2693278">
                <a:moveTo>
                  <a:pt x="0" y="0"/>
                </a:moveTo>
                <a:lnTo>
                  <a:pt x="57626" y="0"/>
                </a:lnTo>
                <a:lnTo>
                  <a:pt x="57626" y="2693278"/>
                </a:lnTo>
                <a:lnTo>
                  <a:pt x="0" y="2693278"/>
                </a:lnTo>
                <a:close/>
              </a:path>
            </a:pathLst>
          </a:custGeom>
          <a:solidFill xmlns:a="http://schemas.openxmlformats.org/drawingml/2006/main">
            <a:srgbClr val="BEC8D9"/>
          </a:solidFill>
        </p:spPr>
      </p:sp>
      <p:sp>
        <p:nvSpPr>
          <p:cNvPr id="7" name="TextBox 7">
            <a:extLst xmlns:a="http://schemas.openxmlformats.org/drawingml/2006/main">
              <a:ext uri="{FF2B5EF4-FFF2-40B4-BE49-F238E27FC236}">
                <a16:creationId xmlns:a16="http://schemas.microsoft.com/office/drawing/2014/main" id="{6FBA4EB0-F09D-4853-8B4E-334FC1EAC504}"/>
              </a:ext>
            </a:extLst>
          </p:cNvPr>
          <p:cNvSpPr>
            <a:spLocks xmlns:a="http://schemas.openxmlformats.org/drawingml/2006/main" noGrp="1"/>
          </p:cNvSpPr>
          <p:nvPr/>
        </p:nvSpPr>
        <p:spPr>
          <a:xfrm xmlns:a="http://schemas.openxmlformats.org/drawingml/2006/main" rot="0" flipH="0" flipV="0">
            <a:off x="12229080" y="-114180"/>
            <a:ext cx="218799" cy="1037070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8" name="Freeform 8">
            <a:extLst xmlns:a="http://schemas.openxmlformats.org/drawingml/2006/main">
              <a:ext uri="{FF2B5EF4-FFF2-40B4-BE49-F238E27FC236}">
                <a16:creationId xmlns:a16="http://schemas.microsoft.com/office/drawing/2014/main" id="{6D15B5C5-CE5D-43E5-9556-DA7E388B1534}"/>
              </a:ext>
            </a:extLst>
          </p:cNvPr>
          <p:cNvSpPr>
            <a:spLocks xmlns:a="http://schemas.openxmlformats.org/drawingml/2006/main" noGrp="1"/>
          </p:cNvSpPr>
          <p:nvPr/>
        </p:nvSpPr>
        <p:spPr>
          <a:xfrm xmlns:a="http://schemas.openxmlformats.org/drawingml/2006/main" rot="0" flipH="0" flipV="0">
            <a:off x="6003764" y="2546179"/>
            <a:ext cx="946808" cy="1063331"/>
          </a:xfrm>
          <a:custGeom xmlns:a="http://schemas.openxmlformats.org/drawingml/2006/main">
            <a:rect l="l" t="t" r="r" b="b"/>
            <a:pathLst>
              <a:path w="946808" h="1063331">
                <a:moveTo>
                  <a:pt x="0" y="0"/>
                </a:moveTo>
                <a:lnTo>
                  <a:pt x="946808" y="0"/>
                </a:lnTo>
                <a:lnTo>
                  <a:pt x="946808" y="1063332"/>
                </a:lnTo>
                <a:lnTo>
                  <a:pt x="0" y="1063332"/>
                </a:lnTo>
                <a:lnTo>
                  <a:pt x="0" y="0"/>
                </a:lnTo>
                <a:close/>
              </a:path>
            </a:pathLst>
          </a:custGeom>
          <a:blipFill xmlns:a="http://schemas.openxmlformats.org/drawingml/2006/main">
            <a:blip xmlns:r="http://schemas.openxmlformats.org/officeDocument/2006/relationships" r:embed="R9ae4b25f77ba42c0">
              <a:extLst>
                <a:ext uri="{96DAC541-7B7A-43D3-8B79-37D633B846F1}">
                  <asvg:svgBlip xmlns:asvg="http://schemas.microsoft.com/office/drawing/2016/SVG/main" r:embed="Rc4e922639a0f4ea6"/>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0BA2FF3D-5310-4758-853E-109A61EBFD47}"/>
              </a:ext>
            </a:extLst>
          </p:cNvPr>
          <p:cNvSpPr>
            <a:spLocks xmlns:a="http://schemas.openxmlformats.org/drawingml/2006/main" noGrp="1"/>
          </p:cNvSpPr>
          <p:nvPr/>
        </p:nvSpPr>
        <p:spPr>
          <a:xfrm xmlns:a="http://schemas.openxmlformats.org/drawingml/2006/main" rot="0" flipH="0" flipV="0">
            <a:off x="11865076" y="2546179"/>
            <a:ext cx="946808" cy="1063331"/>
          </a:xfrm>
          <a:custGeom xmlns:a="http://schemas.openxmlformats.org/drawingml/2006/main">
            <a:rect l="l" t="t" r="r" b="b"/>
            <a:pathLst>
              <a:path w="946808" h="1063331">
                <a:moveTo>
                  <a:pt x="0" y="0"/>
                </a:moveTo>
                <a:lnTo>
                  <a:pt x="946807" y="0"/>
                </a:lnTo>
                <a:lnTo>
                  <a:pt x="946807" y="1063332"/>
                </a:lnTo>
                <a:lnTo>
                  <a:pt x="0" y="1063332"/>
                </a:lnTo>
                <a:lnTo>
                  <a:pt x="0" y="0"/>
                </a:lnTo>
                <a:close/>
              </a:path>
            </a:pathLst>
          </a:custGeom>
          <a:blipFill xmlns:a="http://schemas.openxmlformats.org/drawingml/2006/main">
            <a:blip xmlns:r="http://schemas.openxmlformats.org/officeDocument/2006/relationships" r:embed="R06f87201a9004d0c">
              <a:extLst>
                <a:ext uri="{96DAC541-7B7A-43D3-8B79-37D633B846F1}">
                  <asvg:svgBlip xmlns:asvg="http://schemas.microsoft.com/office/drawing/2016/SVG/main" r:embed="R7f06c8ed95b34a32"/>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35035036-4B21-488A-A0A5-B717C7727A19}"/>
              </a:ext>
            </a:extLst>
          </p:cNvPr>
          <p:cNvSpPr>
            <a:spLocks xmlns:a="http://schemas.openxmlformats.org/drawingml/2006/main" noGrp="1"/>
          </p:cNvSpPr>
          <p:nvPr/>
        </p:nvSpPr>
        <p:spPr>
          <a:xfrm xmlns:a="http://schemas.openxmlformats.org/drawingml/2006/main" rot="0" flipH="0" flipV="0">
            <a:off x="6003764" y="3984919"/>
            <a:ext cx="946808" cy="1063331"/>
          </a:xfrm>
          <a:custGeom xmlns:a="http://schemas.openxmlformats.org/drawingml/2006/main">
            <a:rect l="l" t="t" r="r" b="b"/>
            <a:pathLst>
              <a:path w="946808" h="1063331">
                <a:moveTo>
                  <a:pt x="0" y="0"/>
                </a:moveTo>
                <a:lnTo>
                  <a:pt x="946808" y="0"/>
                </a:lnTo>
                <a:lnTo>
                  <a:pt x="946808" y="1063331"/>
                </a:lnTo>
                <a:lnTo>
                  <a:pt x="0" y="1063331"/>
                </a:lnTo>
                <a:lnTo>
                  <a:pt x="0" y="0"/>
                </a:lnTo>
                <a:close/>
              </a:path>
            </a:pathLst>
          </a:custGeom>
          <a:blipFill xmlns:a="http://schemas.openxmlformats.org/drawingml/2006/main">
            <a:blip xmlns:r="http://schemas.openxmlformats.org/officeDocument/2006/relationships" r:embed="R9ae4b25f77ba42c0">
              <a:extLst>
                <a:ext uri="{96DAC541-7B7A-43D3-8B79-37D633B846F1}">
                  <asvg:svgBlip xmlns:asvg="http://schemas.microsoft.com/office/drawing/2016/SVG/main" r:embed="Rc4e922639a0f4ea6"/>
                </a:ext>
              </a:extLst>
            </a:blip>
            <a:stretch>
              <a:fillRect l="0" t="0" r="0" b="0"/>
            </a:stretch>
          </a:blipFill>
          <a:ln xmlns:a="http://schemas.openxmlformats.org/drawingml/2006/main" cap="sq">
            <a:noFill/>
            <a:prstDash val="solid"/>
            <a:miter/>
          </a:ln>
        </p:spPr>
      </p:sp>
      <p:sp>
        <p:nvSpPr>
          <p:cNvPr id="11" name="Freeform 11">
            <a:extLst xmlns:a="http://schemas.openxmlformats.org/drawingml/2006/main">
              <a:ext uri="{FF2B5EF4-FFF2-40B4-BE49-F238E27FC236}">
                <a16:creationId xmlns:a16="http://schemas.microsoft.com/office/drawing/2014/main" id="{99598B5A-CDD3-43C7-8649-754BEF1D0C0F}"/>
              </a:ext>
            </a:extLst>
          </p:cNvPr>
          <p:cNvSpPr>
            <a:spLocks xmlns:a="http://schemas.openxmlformats.org/drawingml/2006/main" noGrp="1"/>
          </p:cNvSpPr>
          <p:nvPr/>
        </p:nvSpPr>
        <p:spPr>
          <a:xfrm xmlns:a="http://schemas.openxmlformats.org/drawingml/2006/main" rot="0" flipH="0" flipV="0">
            <a:off x="11865076" y="3984919"/>
            <a:ext cx="946808" cy="1063331"/>
          </a:xfrm>
          <a:custGeom xmlns:a="http://schemas.openxmlformats.org/drawingml/2006/main">
            <a:rect l="l" t="t" r="r" b="b"/>
            <a:pathLst>
              <a:path w="946808" h="1063331">
                <a:moveTo>
                  <a:pt x="0" y="0"/>
                </a:moveTo>
                <a:lnTo>
                  <a:pt x="946807" y="0"/>
                </a:lnTo>
                <a:lnTo>
                  <a:pt x="946807" y="1063331"/>
                </a:lnTo>
                <a:lnTo>
                  <a:pt x="0" y="1063331"/>
                </a:lnTo>
                <a:lnTo>
                  <a:pt x="0" y="0"/>
                </a:lnTo>
                <a:close/>
              </a:path>
            </a:pathLst>
          </a:custGeom>
          <a:blipFill xmlns:a="http://schemas.openxmlformats.org/drawingml/2006/main">
            <a:blip xmlns:r="http://schemas.openxmlformats.org/officeDocument/2006/relationships" r:embed="R06f87201a9004d0c">
              <a:extLst>
                <a:ext uri="{96DAC541-7B7A-43D3-8B79-37D633B846F1}">
                  <asvg:svgBlip xmlns:asvg="http://schemas.microsoft.com/office/drawing/2016/SVG/main" r:embed="R7f06c8ed95b34a32"/>
                </a:ext>
              </a:extLst>
            </a:blip>
            <a:stretch>
              <a:fillRect l="0" t="0" r="0" b="0"/>
            </a:stretch>
          </a:blipFill>
          <a:ln xmlns:a="http://schemas.openxmlformats.org/drawingml/2006/main" cap="sq">
            <a:noFill/>
            <a:prstDash val="solid"/>
            <a:miter/>
          </a:ln>
        </p:spPr>
      </p:sp>
      <p:sp>
        <p:nvSpPr>
          <p:cNvPr id="12" name="TextBox 12">
            <a:extLst xmlns:a="http://schemas.openxmlformats.org/drawingml/2006/main">
              <a:ext uri="{FF2B5EF4-FFF2-40B4-BE49-F238E27FC236}">
                <a16:creationId xmlns:a16="http://schemas.microsoft.com/office/drawing/2014/main" id="{B3828041-D058-4301-AFE2-EF6153D77649}"/>
              </a:ext>
            </a:extLst>
          </p:cNvPr>
          <p:cNvSpPr>
            <a:spLocks xmlns:a="http://schemas.openxmlformats.org/drawingml/2006/main" noGrp="1"/>
          </p:cNvSpPr>
          <p:nvPr/>
        </p:nvSpPr>
        <p:spPr>
          <a:xfrm xmlns:a="http://schemas.openxmlformats.org/drawingml/2006/main" rot="0">
            <a:off x="1028700" y="3768385"/>
            <a:ext cx="3964407"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375"/>
            </a:defPPr>
            <a:lvl1pPr>
              <a:defRPr sz="3375"/>
            </a:lvl1pPr>
            <a:lvl2pPr>
              <a:defRPr sz="3375"/>
            </a:lvl2pPr>
            <a:lvl3pPr>
              <a:defRPr sz="3375"/>
            </a:lvl3pPr>
            <a:lvl4pPr>
              <a:defRPr sz="3375"/>
            </a:lvl4pPr>
            <a:lvl5pPr>
              <a:defRPr sz="3375"/>
            </a:lvl5pPr>
            <a:lvl6pPr>
              <a:defRPr sz="3375"/>
            </a:lvl6pPr>
            <a:lvl7pPr>
              <a:defRPr sz="3375"/>
            </a:lvl7pPr>
            <a:lvl8pPr>
              <a:defRPr sz="3375"/>
            </a:lvl8pPr>
            <a:lvl9pPr>
              <a:defRPr sz="3375"/>
            </a:lvl9pPr>
          </a:lstStyle>
          <a:p xmlns:a="http://schemas.openxmlformats.org/drawingml/2006/main">
            <a:pPr algn="l">
              <a:lnSpc>
                <a:spcPts val="5040"/>
              </a:lnSpc>
              <a:spcBef>
                <a:spcPct val="0"/>
              </a:spcBef>
              <a:buNone/>
            </a:pPr>
            <a:r>
              <a:rPr sz="3375" b="1">
                <a:solidFill>
                  <a:srgbClr val="112F8D"/>
                </a:solidFill>
                <a:latin typeface="TT Fors Bold"/>
                <a:ea typeface="TT Fors Bold"/>
                <a:cs typeface="TT Fors Bold"/>
              </a:rPr>
              <a:t>BSARec vs SASRec</a:t>
            </a:r>
          </a:p>
        </p:txBody>
      </p:sp>
      <p:sp>
        <p:nvSpPr>
          <p:cNvPr id="13" name="TextBox 13">
            <a:extLst xmlns:a="http://schemas.openxmlformats.org/drawingml/2006/main">
              <a:ext uri="{FF2B5EF4-FFF2-40B4-BE49-F238E27FC236}">
                <a16:creationId xmlns:a16="http://schemas.microsoft.com/office/drawing/2014/main" id="{F1832F8A-CDAE-42C5-A9CE-A50C92A02408}"/>
              </a:ext>
            </a:extLst>
          </p:cNvPr>
          <p:cNvSpPr>
            <a:spLocks xmlns:a="http://schemas.openxmlformats.org/drawingml/2006/main" noGrp="1"/>
          </p:cNvSpPr>
          <p:nvPr/>
        </p:nvSpPr>
        <p:spPr>
          <a:xfrm xmlns:a="http://schemas.openxmlformats.org/drawingml/2006/main" rot="0">
            <a:off x="1028700" y="5343230"/>
            <a:ext cx="3964407" cy="112014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algn="l">
              <a:lnSpc>
                <a:spcPts val="2940"/>
              </a:lnSpc>
              <a:spcBef>
                <a:spcPct val="0"/>
              </a:spcBef>
              <a:buNone/>
            </a:pPr>
            <a:r>
              <a:rPr sz="1650">
                <a:solidFill>
                  <a:srgbClr val="000000"/>
                </a:solidFill>
                <a:latin typeface="TT Fors"/>
                <a:ea typeface="TT Fors"/>
                <a:cs typeface="TT Fors"/>
              </a:rPr>
              <a:t>Perbandingan ranking bersifat deskriptif: objective loss training keduanya berbeda.</a:t>
            </a:r>
          </a:p>
        </p:txBody>
      </p:sp>
      <p:sp>
        <p:nvSpPr>
          <p:cNvPr id="14" name="TextBox 14">
            <a:extLst xmlns:a="http://schemas.openxmlformats.org/drawingml/2006/main">
              <a:ext uri="{FF2B5EF4-FFF2-40B4-BE49-F238E27FC236}">
                <a16:creationId xmlns:a16="http://schemas.microsoft.com/office/drawing/2014/main" id="{14FF49FD-1718-4D78-BC55-E6C3536AEB2F}"/>
              </a:ext>
            </a:extLst>
          </p:cNvPr>
          <p:cNvSpPr>
            <a:spLocks xmlns:a="http://schemas.openxmlformats.org/drawingml/2006/main" noGrp="1"/>
          </p:cNvSpPr>
          <p:nvPr/>
        </p:nvSpPr>
        <p:spPr>
          <a:xfrm xmlns:a="http://schemas.openxmlformats.org/drawingml/2006/main" rot="0">
            <a:off x="7217022" y="2783840"/>
            <a:ext cx="3983716"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Menambahkan filter komponen frekuensi pada encoder self-attention.</a:t>
            </a:r>
          </a:p>
        </p:txBody>
      </p:sp>
      <p:sp>
        <p:nvSpPr>
          <p:cNvPr id="15" name="TextBox 15">
            <a:extLst xmlns:a="http://schemas.openxmlformats.org/drawingml/2006/main">
              <a:ext uri="{FF2B5EF4-FFF2-40B4-BE49-F238E27FC236}">
                <a16:creationId xmlns:a16="http://schemas.microsoft.com/office/drawing/2014/main" id="{06344941-E6B7-4F73-913C-FED14C2CFE62}"/>
              </a:ext>
            </a:extLst>
          </p:cNvPr>
          <p:cNvSpPr>
            <a:spLocks xmlns:a="http://schemas.openxmlformats.org/drawingml/2006/main" noGrp="1"/>
          </p:cNvSpPr>
          <p:nvPr/>
        </p:nvSpPr>
        <p:spPr>
          <a:xfrm xmlns:a="http://schemas.openxmlformats.org/drawingml/2006/main" rot="0">
            <a:off x="13078333" y="2783840"/>
            <a:ext cx="4257167"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Baseline sequential recommendation dengan self-attention.</a:t>
            </a:r>
          </a:p>
        </p:txBody>
      </p:sp>
      <p:sp>
        <p:nvSpPr>
          <p:cNvPr id="16" name="TextBox 16">
            <a:extLst xmlns:a="http://schemas.openxmlformats.org/drawingml/2006/main">
              <a:ext uri="{FF2B5EF4-FFF2-40B4-BE49-F238E27FC236}">
                <a16:creationId xmlns:a16="http://schemas.microsoft.com/office/drawing/2014/main" id="{BE1DD002-032E-4681-8D1C-DEB155D05CA9}"/>
              </a:ext>
            </a:extLst>
          </p:cNvPr>
          <p:cNvSpPr>
            <a:spLocks xmlns:a="http://schemas.openxmlformats.org/drawingml/2006/main" noGrp="1"/>
          </p:cNvSpPr>
          <p:nvPr/>
        </p:nvSpPr>
        <p:spPr>
          <a:xfrm xmlns:a="http://schemas.openxmlformats.org/drawingml/2006/main" rot="0">
            <a:off x="7217022" y="4222579"/>
            <a:ext cx="3983716"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CrossEntropy terhadap skor seluruh item pada posisi target.</a:t>
            </a:r>
          </a:p>
        </p:txBody>
      </p:sp>
      <p:sp>
        <p:nvSpPr>
          <p:cNvPr id="17" name="TextBox 17">
            <a:extLst xmlns:a="http://schemas.openxmlformats.org/drawingml/2006/main">
              <a:ext uri="{FF2B5EF4-FFF2-40B4-BE49-F238E27FC236}">
                <a16:creationId xmlns:a16="http://schemas.microsoft.com/office/drawing/2014/main" id="{61480A5B-9F8D-4B31-997A-4E8CEC806D05}"/>
              </a:ext>
            </a:extLst>
          </p:cNvPr>
          <p:cNvSpPr>
            <a:spLocks xmlns:a="http://schemas.openxmlformats.org/drawingml/2006/main" noGrp="1"/>
          </p:cNvSpPr>
          <p:nvPr/>
        </p:nvSpPr>
        <p:spPr>
          <a:xfrm xmlns:a="http://schemas.openxmlformats.org/drawingml/2006/main" rot="0">
            <a:off x="13078333" y="4222579"/>
            <a:ext cx="4180967"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BCEWithLogits untuk positive item dan negative sample.</a:t>
            </a:r>
          </a:p>
        </p:txBody>
      </p:sp>
      <p:sp>
        <p:nvSpPr>
          <p:cNvPr id="18" name="Freeform 18">
            <a:extLst xmlns:a="http://schemas.openxmlformats.org/drawingml/2006/main">
              <a:ext uri="{FF2B5EF4-FFF2-40B4-BE49-F238E27FC236}">
                <a16:creationId xmlns:a16="http://schemas.microsoft.com/office/drawing/2014/main" id="{3D1BB287-D112-499D-B72B-7E81B09760B8}"/>
              </a:ext>
            </a:extLst>
          </p:cNvPr>
          <p:cNvSpPr>
            <a:spLocks xmlns:a="http://schemas.openxmlformats.org/drawingml/2006/main" noGrp="1"/>
          </p:cNvSpPr>
          <p:nvPr/>
        </p:nvSpPr>
        <p:spPr>
          <a:xfrm xmlns:a="http://schemas.openxmlformats.org/drawingml/2006/main" rot="0" flipH="0" flipV="0">
            <a:off x="6003764" y="5423658"/>
            <a:ext cx="946808" cy="1063331"/>
          </a:xfrm>
          <a:custGeom xmlns:a="http://schemas.openxmlformats.org/drawingml/2006/main">
            <a:rect l="l" t="t" r="r" b="b"/>
            <a:pathLst>
              <a:path w="946808" h="1063331">
                <a:moveTo>
                  <a:pt x="0" y="0"/>
                </a:moveTo>
                <a:lnTo>
                  <a:pt x="946808" y="0"/>
                </a:lnTo>
                <a:lnTo>
                  <a:pt x="946808" y="1063331"/>
                </a:lnTo>
                <a:lnTo>
                  <a:pt x="0" y="1063331"/>
                </a:lnTo>
                <a:lnTo>
                  <a:pt x="0" y="0"/>
                </a:lnTo>
                <a:close/>
              </a:path>
            </a:pathLst>
          </a:custGeom>
          <a:blipFill xmlns:a="http://schemas.openxmlformats.org/drawingml/2006/main">
            <a:blip xmlns:r="http://schemas.openxmlformats.org/officeDocument/2006/relationships" r:embed="R9ae4b25f77ba42c0">
              <a:extLst>
                <a:ext uri="{96DAC541-7B7A-43D3-8B79-37D633B846F1}">
                  <asvg:svgBlip xmlns:asvg="http://schemas.microsoft.com/office/drawing/2016/SVG/main" r:embed="Rc4e922639a0f4ea6"/>
                </a:ext>
              </a:extLst>
            </a:blip>
            <a:stretch>
              <a:fillRect l="0" t="0" r="0" b="0"/>
            </a:stretch>
          </a:blipFill>
          <a:ln xmlns:a="http://schemas.openxmlformats.org/drawingml/2006/main" cap="sq">
            <a:noFill/>
            <a:prstDash val="solid"/>
            <a:miter/>
          </a:ln>
        </p:spPr>
      </p:sp>
      <p:sp>
        <p:nvSpPr>
          <p:cNvPr id="19" name="Freeform 19">
            <a:extLst xmlns:a="http://schemas.openxmlformats.org/drawingml/2006/main">
              <a:ext uri="{FF2B5EF4-FFF2-40B4-BE49-F238E27FC236}">
                <a16:creationId xmlns:a16="http://schemas.microsoft.com/office/drawing/2014/main" id="{C91FB3B1-3322-46FE-B13D-B51C36B8E179}"/>
              </a:ext>
            </a:extLst>
          </p:cNvPr>
          <p:cNvSpPr>
            <a:spLocks xmlns:a="http://schemas.openxmlformats.org/drawingml/2006/main" noGrp="1"/>
          </p:cNvSpPr>
          <p:nvPr/>
        </p:nvSpPr>
        <p:spPr>
          <a:xfrm xmlns:a="http://schemas.openxmlformats.org/drawingml/2006/main" rot="0" flipH="0" flipV="0">
            <a:off x="11865076" y="5423658"/>
            <a:ext cx="946808" cy="1063331"/>
          </a:xfrm>
          <a:custGeom xmlns:a="http://schemas.openxmlformats.org/drawingml/2006/main">
            <a:rect l="l" t="t" r="r" b="b"/>
            <a:pathLst>
              <a:path w="946808" h="1063331">
                <a:moveTo>
                  <a:pt x="0" y="0"/>
                </a:moveTo>
                <a:lnTo>
                  <a:pt x="946807" y="0"/>
                </a:lnTo>
                <a:lnTo>
                  <a:pt x="946807" y="1063331"/>
                </a:lnTo>
                <a:lnTo>
                  <a:pt x="0" y="1063331"/>
                </a:lnTo>
                <a:lnTo>
                  <a:pt x="0" y="0"/>
                </a:lnTo>
                <a:close/>
              </a:path>
            </a:pathLst>
          </a:custGeom>
          <a:blipFill xmlns:a="http://schemas.openxmlformats.org/drawingml/2006/main">
            <a:blip xmlns:r="http://schemas.openxmlformats.org/officeDocument/2006/relationships" r:embed="R06f87201a9004d0c">
              <a:extLst>
                <a:ext uri="{96DAC541-7B7A-43D3-8B79-37D633B846F1}">
                  <asvg:svgBlip xmlns:asvg="http://schemas.microsoft.com/office/drawing/2016/SVG/main" r:embed="R7f06c8ed95b34a32"/>
                </a:ext>
              </a:extLst>
            </a:blip>
            <a:stretch>
              <a:fillRect l="0" t="0" r="0" b="0"/>
            </a:stretch>
          </a:blipFill>
          <a:ln xmlns:a="http://schemas.openxmlformats.org/drawingml/2006/main" cap="sq">
            <a:noFill/>
            <a:prstDash val="solid"/>
            <a:miter/>
          </a:ln>
        </p:spPr>
      </p:sp>
      <p:sp>
        <p:nvSpPr>
          <p:cNvPr id="20" name="TextBox 20">
            <a:extLst xmlns:a="http://schemas.openxmlformats.org/drawingml/2006/main">
              <a:ext uri="{FF2B5EF4-FFF2-40B4-BE49-F238E27FC236}">
                <a16:creationId xmlns:a16="http://schemas.microsoft.com/office/drawing/2014/main" id="{9F84D8DC-313D-4E21-B18A-B5A25BEADBC9}"/>
              </a:ext>
            </a:extLst>
          </p:cNvPr>
          <p:cNvSpPr>
            <a:spLocks xmlns:a="http://schemas.openxmlformats.org/drawingml/2006/main" noGrp="1"/>
          </p:cNvSpPr>
          <p:nvPr/>
        </p:nvSpPr>
        <p:spPr>
          <a:xfrm xmlns:a="http://schemas.openxmlformats.org/drawingml/2006/main" rot="0">
            <a:off x="7217022" y="5661319"/>
            <a:ext cx="3983716"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Beauty mean @20: HR 0.1334; NDCG 0.0680 (3 seed).</a:t>
            </a:r>
          </a:p>
        </p:txBody>
      </p:sp>
      <p:sp>
        <p:nvSpPr>
          <p:cNvPr id="21" name="TextBox 21">
            <a:extLst xmlns:a="http://schemas.openxmlformats.org/drawingml/2006/main">
              <a:ext uri="{FF2B5EF4-FFF2-40B4-BE49-F238E27FC236}">
                <a16:creationId xmlns:a16="http://schemas.microsoft.com/office/drawing/2014/main" id="{6F57F92F-A10F-4B8A-8791-8C7BA0961DD9}"/>
              </a:ext>
            </a:extLst>
          </p:cNvPr>
          <p:cNvSpPr>
            <a:spLocks xmlns:a="http://schemas.openxmlformats.org/drawingml/2006/main" noGrp="1"/>
          </p:cNvSpPr>
          <p:nvPr/>
        </p:nvSpPr>
        <p:spPr>
          <a:xfrm xmlns:a="http://schemas.openxmlformats.org/drawingml/2006/main" rot="0">
            <a:off x="13078333" y="5661319"/>
            <a:ext cx="4180967" cy="28435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Beauty mean @20: HR 0.0823; NDCG 0.0353 (3 seed).</a:t>
            </a:r>
          </a:p>
        </p:txBody>
      </p:sp>
      <p:sp>
        <p:nvSpPr>
          <p:cNvPr id="22" name="Freeform 22">
            <a:extLst xmlns:a="http://schemas.openxmlformats.org/drawingml/2006/main">
              <a:ext uri="{FF2B5EF4-FFF2-40B4-BE49-F238E27FC236}">
                <a16:creationId xmlns:a16="http://schemas.microsoft.com/office/drawing/2014/main" id="{3FD0898E-296E-489B-9633-7ED78E7C13D2}"/>
              </a:ext>
            </a:extLst>
          </p:cNvPr>
          <p:cNvSpPr>
            <a:spLocks xmlns:a="http://schemas.openxmlformats.org/drawingml/2006/main" noGrp="1"/>
          </p:cNvSpPr>
          <p:nvPr/>
        </p:nvSpPr>
        <p:spPr>
          <a:xfrm xmlns:a="http://schemas.openxmlformats.org/drawingml/2006/main" rot="0" flipH="0" flipV="0">
            <a:off x="6003764" y="6862398"/>
            <a:ext cx="946808" cy="1063331"/>
          </a:xfrm>
          <a:custGeom xmlns:a="http://schemas.openxmlformats.org/drawingml/2006/main">
            <a:rect l="l" t="t" r="r" b="b"/>
            <a:pathLst>
              <a:path w="946808" h="1063331">
                <a:moveTo>
                  <a:pt x="0" y="0"/>
                </a:moveTo>
                <a:lnTo>
                  <a:pt x="946808" y="0"/>
                </a:lnTo>
                <a:lnTo>
                  <a:pt x="946808" y="1063331"/>
                </a:lnTo>
                <a:lnTo>
                  <a:pt x="0" y="1063331"/>
                </a:lnTo>
                <a:lnTo>
                  <a:pt x="0" y="0"/>
                </a:lnTo>
                <a:close/>
              </a:path>
            </a:pathLst>
          </a:custGeom>
          <a:blipFill xmlns:a="http://schemas.openxmlformats.org/drawingml/2006/main">
            <a:blip xmlns:r="http://schemas.openxmlformats.org/officeDocument/2006/relationships" r:embed="R9ae4b25f77ba42c0">
              <a:extLst>
                <a:ext uri="{96DAC541-7B7A-43D3-8B79-37D633B846F1}">
                  <asvg:svgBlip xmlns:asvg="http://schemas.microsoft.com/office/drawing/2016/SVG/main" r:embed="Rc4e922639a0f4ea6"/>
                </a:ext>
              </a:extLst>
            </a:blip>
            <a:stretch>
              <a:fillRect l="0" t="0" r="0" b="0"/>
            </a:stretch>
          </a:blipFill>
          <a:ln xmlns:a="http://schemas.openxmlformats.org/drawingml/2006/main" cap="sq">
            <a:noFill/>
            <a:prstDash val="solid"/>
            <a:miter/>
          </a:ln>
        </p:spPr>
      </p:sp>
      <p:sp>
        <p:nvSpPr>
          <p:cNvPr id="23" name="Freeform 23">
            <a:extLst xmlns:a="http://schemas.openxmlformats.org/drawingml/2006/main">
              <a:ext uri="{FF2B5EF4-FFF2-40B4-BE49-F238E27FC236}">
                <a16:creationId xmlns:a16="http://schemas.microsoft.com/office/drawing/2014/main" id="{91C4F901-9EB9-4375-8CC6-95B96F4EECA8}"/>
              </a:ext>
            </a:extLst>
          </p:cNvPr>
          <p:cNvSpPr>
            <a:spLocks xmlns:a="http://schemas.openxmlformats.org/drawingml/2006/main" noGrp="1"/>
          </p:cNvSpPr>
          <p:nvPr/>
        </p:nvSpPr>
        <p:spPr>
          <a:xfrm xmlns:a="http://schemas.openxmlformats.org/drawingml/2006/main" rot="0" flipH="0" flipV="0">
            <a:off x="11865076" y="6862398"/>
            <a:ext cx="946808" cy="1063331"/>
          </a:xfrm>
          <a:custGeom xmlns:a="http://schemas.openxmlformats.org/drawingml/2006/main">
            <a:rect l="l" t="t" r="r" b="b"/>
            <a:pathLst>
              <a:path w="946808" h="1063331">
                <a:moveTo>
                  <a:pt x="0" y="0"/>
                </a:moveTo>
                <a:lnTo>
                  <a:pt x="946807" y="0"/>
                </a:lnTo>
                <a:lnTo>
                  <a:pt x="946807" y="1063331"/>
                </a:lnTo>
                <a:lnTo>
                  <a:pt x="0" y="1063331"/>
                </a:lnTo>
                <a:lnTo>
                  <a:pt x="0" y="0"/>
                </a:lnTo>
                <a:close/>
              </a:path>
            </a:pathLst>
          </a:custGeom>
          <a:blipFill xmlns:a="http://schemas.openxmlformats.org/drawingml/2006/main">
            <a:blip xmlns:r="http://schemas.openxmlformats.org/officeDocument/2006/relationships" r:embed="R06f87201a9004d0c">
              <a:extLst>
                <a:ext uri="{96DAC541-7B7A-43D3-8B79-37D633B846F1}">
                  <asvg:svgBlip xmlns:asvg="http://schemas.microsoft.com/office/drawing/2016/SVG/main" r:embed="R7f06c8ed95b34a32"/>
                </a:ext>
              </a:extLst>
            </a:blip>
            <a:stretch>
              <a:fillRect l="0" t="0" r="0" b="0"/>
            </a:stretch>
          </a:blipFill>
          <a:ln xmlns:a="http://schemas.openxmlformats.org/drawingml/2006/main" cap="sq">
            <a:noFill/>
            <a:prstDash val="solid"/>
            <a:miter/>
          </a:ln>
        </p:spPr>
      </p:sp>
      <p:sp>
        <p:nvSpPr>
          <p:cNvPr id="24" name="TextBox 24">
            <a:extLst xmlns:a="http://schemas.openxmlformats.org/drawingml/2006/main">
              <a:ext uri="{FF2B5EF4-FFF2-40B4-BE49-F238E27FC236}">
                <a16:creationId xmlns:a16="http://schemas.microsoft.com/office/drawing/2014/main" id="{F72BDF26-25B4-4D90-A21B-A241AD0ADF3C}"/>
              </a:ext>
            </a:extLst>
          </p:cNvPr>
          <p:cNvSpPr>
            <a:spLocks xmlns:a="http://schemas.openxmlformats.org/drawingml/2006/main" noGrp="1"/>
          </p:cNvSpPr>
          <p:nvPr/>
        </p:nvSpPr>
        <p:spPr>
          <a:xfrm xmlns:a="http://schemas.openxmlformats.org/drawingml/2006/main" rot="0">
            <a:off x="7217022" y="7100058"/>
            <a:ext cx="3983716"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LastFM mean @20: HR 0.1110; NDCG 0.0517 (4 worker).</a:t>
            </a:r>
          </a:p>
        </p:txBody>
      </p:sp>
      <p:sp>
        <p:nvSpPr>
          <p:cNvPr id="25" name="TextBox 25">
            <a:extLst xmlns:a="http://schemas.openxmlformats.org/drawingml/2006/main">
              <a:ext uri="{FF2B5EF4-FFF2-40B4-BE49-F238E27FC236}">
                <a16:creationId xmlns:a16="http://schemas.microsoft.com/office/drawing/2014/main" id="{EB00CF0E-F3FB-416C-B0FD-EDD49BD28C1B}"/>
              </a:ext>
            </a:extLst>
          </p:cNvPr>
          <p:cNvSpPr>
            <a:spLocks xmlns:a="http://schemas.openxmlformats.org/drawingml/2006/main" noGrp="1"/>
          </p:cNvSpPr>
          <p:nvPr/>
        </p:nvSpPr>
        <p:spPr>
          <a:xfrm xmlns:a="http://schemas.openxmlformats.org/drawingml/2006/main" rot="0">
            <a:off x="13078333" y="7100058"/>
            <a:ext cx="4180967"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LastFM mean @20: HR 0.0936; NDCG 0.0475 (4 worker).</a:t>
            </a:r>
          </a:p>
        </p:txBody>
      </p:sp>
      <p:sp>
        <p:nvSpPr>
          <p:cNvPr id="26" name="Freeform 26">
            <a:extLst xmlns:a="http://schemas.openxmlformats.org/drawingml/2006/main">
              <a:ext uri="{FF2B5EF4-FFF2-40B4-BE49-F238E27FC236}">
                <a16:creationId xmlns:a16="http://schemas.microsoft.com/office/drawing/2014/main" id="{D3EF2544-27FB-49ED-8A4D-1BCA2787CA55}"/>
              </a:ext>
            </a:extLst>
          </p:cNvPr>
          <p:cNvSpPr>
            <a:spLocks xmlns:a="http://schemas.openxmlformats.org/drawingml/2006/main" noGrp="1"/>
          </p:cNvSpPr>
          <p:nvPr/>
        </p:nvSpPr>
        <p:spPr>
          <a:xfrm xmlns:a="http://schemas.openxmlformats.org/drawingml/2006/main" rot="0" flipH="0" flipV="0">
            <a:off x="6003764" y="8301137"/>
            <a:ext cx="946808" cy="1063331"/>
          </a:xfrm>
          <a:custGeom xmlns:a="http://schemas.openxmlformats.org/drawingml/2006/main">
            <a:rect l="l" t="t" r="r" b="b"/>
            <a:pathLst>
              <a:path w="946808" h="1063331">
                <a:moveTo>
                  <a:pt x="0" y="0"/>
                </a:moveTo>
                <a:lnTo>
                  <a:pt x="946808" y="0"/>
                </a:lnTo>
                <a:lnTo>
                  <a:pt x="946808" y="1063331"/>
                </a:lnTo>
                <a:lnTo>
                  <a:pt x="0" y="1063331"/>
                </a:lnTo>
                <a:lnTo>
                  <a:pt x="0" y="0"/>
                </a:lnTo>
                <a:close/>
              </a:path>
            </a:pathLst>
          </a:custGeom>
          <a:blipFill xmlns:a="http://schemas.openxmlformats.org/drawingml/2006/main">
            <a:blip xmlns:r="http://schemas.openxmlformats.org/officeDocument/2006/relationships" r:embed="R9ae4b25f77ba42c0">
              <a:extLst>
                <a:ext uri="{96DAC541-7B7A-43D3-8B79-37D633B846F1}">
                  <asvg:svgBlip xmlns:asvg="http://schemas.microsoft.com/office/drawing/2016/SVG/main" r:embed="Rc4e922639a0f4ea6"/>
                </a:ext>
              </a:extLst>
            </a:blip>
            <a:stretch>
              <a:fillRect l="0" t="0" r="0" b="0"/>
            </a:stretch>
          </a:blipFill>
          <a:ln xmlns:a="http://schemas.openxmlformats.org/drawingml/2006/main" cap="sq">
            <a:noFill/>
            <a:prstDash val="solid"/>
            <a:miter/>
          </a:ln>
        </p:spPr>
      </p:sp>
      <p:sp>
        <p:nvSpPr>
          <p:cNvPr id="27" name="Freeform 27">
            <a:extLst xmlns:a="http://schemas.openxmlformats.org/drawingml/2006/main">
              <a:ext uri="{FF2B5EF4-FFF2-40B4-BE49-F238E27FC236}">
                <a16:creationId xmlns:a16="http://schemas.microsoft.com/office/drawing/2014/main" id="{AE79D0E2-D6CD-4030-888C-00103E498D37}"/>
              </a:ext>
            </a:extLst>
          </p:cNvPr>
          <p:cNvSpPr>
            <a:spLocks xmlns:a="http://schemas.openxmlformats.org/drawingml/2006/main" noGrp="1"/>
          </p:cNvSpPr>
          <p:nvPr/>
        </p:nvSpPr>
        <p:spPr>
          <a:xfrm xmlns:a="http://schemas.openxmlformats.org/drawingml/2006/main" rot="0" flipH="0" flipV="0">
            <a:off x="11865076" y="8301137"/>
            <a:ext cx="946808" cy="1063331"/>
          </a:xfrm>
          <a:custGeom xmlns:a="http://schemas.openxmlformats.org/drawingml/2006/main">
            <a:rect l="l" t="t" r="r" b="b"/>
            <a:pathLst>
              <a:path w="946808" h="1063331">
                <a:moveTo>
                  <a:pt x="0" y="0"/>
                </a:moveTo>
                <a:lnTo>
                  <a:pt x="946807" y="0"/>
                </a:lnTo>
                <a:lnTo>
                  <a:pt x="946807" y="1063331"/>
                </a:lnTo>
                <a:lnTo>
                  <a:pt x="0" y="1063331"/>
                </a:lnTo>
                <a:lnTo>
                  <a:pt x="0" y="0"/>
                </a:lnTo>
                <a:close/>
              </a:path>
            </a:pathLst>
          </a:custGeom>
          <a:blipFill xmlns:a="http://schemas.openxmlformats.org/drawingml/2006/main">
            <a:blip xmlns:r="http://schemas.openxmlformats.org/officeDocument/2006/relationships" r:embed="R06f87201a9004d0c">
              <a:extLst>
                <a:ext uri="{96DAC541-7B7A-43D3-8B79-37D633B846F1}">
                  <asvg:svgBlip xmlns:asvg="http://schemas.microsoft.com/office/drawing/2016/SVG/main" r:embed="R7f06c8ed95b34a32"/>
                </a:ext>
              </a:extLst>
            </a:blip>
            <a:stretch>
              <a:fillRect l="0" t="0" r="0" b="0"/>
            </a:stretch>
          </a:blipFill>
          <a:ln xmlns:a="http://schemas.openxmlformats.org/drawingml/2006/main" cap="sq">
            <a:noFill/>
            <a:prstDash val="solid"/>
            <a:miter/>
          </a:ln>
        </p:spPr>
      </p:sp>
      <p:sp>
        <p:nvSpPr>
          <p:cNvPr id="28" name="TextBox 28">
            <a:extLst xmlns:a="http://schemas.openxmlformats.org/drawingml/2006/main">
              <a:ext uri="{FF2B5EF4-FFF2-40B4-BE49-F238E27FC236}">
                <a16:creationId xmlns:a16="http://schemas.microsoft.com/office/drawing/2014/main" id="{BC8D2078-75A2-4B83-B330-3B97CA1E53EA}"/>
              </a:ext>
            </a:extLst>
          </p:cNvPr>
          <p:cNvSpPr>
            <a:spLocks xmlns:a="http://schemas.openxmlformats.org/drawingml/2006/main" noGrp="1"/>
          </p:cNvSpPr>
          <p:nvPr/>
        </p:nvSpPr>
        <p:spPr>
          <a:xfrm xmlns:a="http://schemas.openxmlformats.org/drawingml/2006/main" rot="0">
            <a:off x="7217022" y="8538798"/>
            <a:ext cx="3983716"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Full-catalog ranking; item historis di-mask sebelum Top-20.</a:t>
            </a:r>
          </a:p>
        </p:txBody>
      </p:sp>
      <p:sp>
        <p:nvSpPr>
          <p:cNvPr id="29" name="TextBox 29">
            <a:extLst xmlns:a="http://schemas.openxmlformats.org/drawingml/2006/main">
              <a:ext uri="{FF2B5EF4-FFF2-40B4-BE49-F238E27FC236}">
                <a16:creationId xmlns:a16="http://schemas.microsoft.com/office/drawing/2014/main" id="{66226BB7-F732-4E64-89A5-CCE6837D5BB9}"/>
              </a:ext>
            </a:extLst>
          </p:cNvPr>
          <p:cNvSpPr>
            <a:spLocks xmlns:a="http://schemas.openxmlformats.org/drawingml/2006/main" noGrp="1"/>
          </p:cNvSpPr>
          <p:nvPr/>
        </p:nvSpPr>
        <p:spPr>
          <a:xfrm xmlns:a="http://schemas.openxmlformats.org/drawingml/2006/main" rot="0">
            <a:off x="13078333" y="8538798"/>
            <a:ext cx="4180967"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13"/>
            </a:defPPr>
            <a:lvl1pPr>
              <a:defRPr sz="1313"/>
            </a:lvl1pPr>
            <a:lvl2pPr>
              <a:defRPr sz="1313"/>
            </a:lvl2pPr>
            <a:lvl3pPr>
              <a:defRPr sz="1313"/>
            </a:lvl3pPr>
            <a:lvl4pPr>
              <a:defRPr sz="1313"/>
            </a:lvl4pPr>
            <a:lvl5pPr>
              <a:defRPr sz="1313"/>
            </a:lvl5pPr>
            <a:lvl6pPr>
              <a:defRPr sz="1313"/>
            </a:lvl6pPr>
            <a:lvl7pPr>
              <a:defRPr sz="1313"/>
            </a:lvl7pPr>
            <a:lvl8pPr>
              <a:defRPr sz="1313"/>
            </a:lvl8pPr>
            <a:lvl9pPr>
              <a:defRPr sz="1313"/>
            </a:lvl9pPr>
          </a:lstStyle>
          <a:p xmlns:a="http://schemas.openxmlformats.org/drawingml/2006/main">
            <a:pPr algn="l">
              <a:lnSpc>
                <a:spcPts val="2239"/>
              </a:lnSpc>
              <a:spcBef>
                <a:spcPct val="0"/>
              </a:spcBef>
              <a:buNone/>
            </a:pPr>
            <a:r>
              <a:rPr sz="1313">
                <a:solidFill>
                  <a:srgbClr val="000000"/>
                </a:solidFill>
                <a:latin typeface="TT Fors"/>
                <a:ea typeface="TT Fors"/>
                <a:cs typeface="TT Fors"/>
              </a:rPr>
              <a:t>Loss berbeda; hasil angka tidak membuktikan kesetaraan objektif training.</a:t>
            </a:r>
          </a:p>
        </p:txBody>
      </p:sp>
      <p:sp>
        <p:nvSpPr>
          <p:cNvPr id="31" name="Freeform 31">
            <a:extLst xmlns:a="http://schemas.openxmlformats.org/drawingml/2006/main">
              <a:ext uri="{FF2B5EF4-FFF2-40B4-BE49-F238E27FC236}">
                <a16:creationId xmlns:a16="http://schemas.microsoft.com/office/drawing/2014/main" id="{EB299AE8-AC7D-47A0-8445-FAACF390BAAA}"/>
              </a:ext>
            </a:extLst>
          </p:cNvPr>
          <p:cNvSpPr>
            <a:spLocks xmlns:a="http://schemas.openxmlformats.org/drawingml/2006/main" noGrp="1"/>
          </p:cNvSpPr>
          <p:nvPr/>
        </p:nvSpPr>
        <p:spPr>
          <a:xfrm xmlns:a="http://schemas.openxmlformats.org/drawingml/2006/main" rot="0" flipH="0" flipV="0">
            <a:off x="6003764" y="1536151"/>
            <a:ext cx="2548751" cy="567549"/>
          </a:xfrm>
          <a:custGeom xmlns:a="http://schemas.openxmlformats.org/drawingml/2006/main">
            <a:rect l="l" t="t" r="r" b="b"/>
            <a:pathLst>
              <a:path w="1095522" h="243948">
                <a:moveTo>
                  <a:pt x="121974" y="0"/>
                </a:moveTo>
                <a:lnTo>
                  <a:pt x="973548" y="0"/>
                </a:lnTo>
                <a:cubicBezTo>
                  <a:pt x="1040912" y="0"/>
                  <a:pt x="1095522" y="54610"/>
                  <a:pt x="1095522" y="121974"/>
                </a:cubicBezTo>
                <a:lnTo>
                  <a:pt x="1095522" y="121974"/>
                </a:lnTo>
                <a:cubicBezTo>
                  <a:pt x="1095522" y="154323"/>
                  <a:pt x="1082671" y="185348"/>
                  <a:pt x="1059796" y="208223"/>
                </a:cubicBezTo>
                <a:cubicBezTo>
                  <a:pt x="1036922" y="231097"/>
                  <a:pt x="1005897" y="243948"/>
                  <a:pt x="973548" y="243948"/>
                </a:cubicBezTo>
                <a:lnTo>
                  <a:pt x="121974" y="243948"/>
                </a:lnTo>
                <a:cubicBezTo>
                  <a:pt x="89624" y="243948"/>
                  <a:pt x="58600" y="231097"/>
                  <a:pt x="35725" y="208223"/>
                </a:cubicBezTo>
                <a:cubicBezTo>
                  <a:pt x="12851" y="185348"/>
                  <a:pt x="0" y="154323"/>
                  <a:pt x="0" y="121974"/>
                </a:cubicBezTo>
                <a:lnTo>
                  <a:pt x="0" y="121974"/>
                </a:lnTo>
                <a:cubicBezTo>
                  <a:pt x="0" y="89624"/>
                  <a:pt x="12851" y="58600"/>
                  <a:pt x="35725" y="35725"/>
                </a:cubicBezTo>
                <a:cubicBezTo>
                  <a:pt x="58600" y="12851"/>
                  <a:pt x="89624" y="0"/>
                  <a:pt x="121974" y="0"/>
                </a:cubicBezTo>
                <a:close/>
              </a:path>
            </a:pathLst>
          </a:custGeom>
          <a:solidFill xmlns:a="http://schemas.openxmlformats.org/drawingml/2006/main">
            <a:srgbClr val="122359"/>
          </a:solidFill>
        </p:spPr>
      </p:sp>
      <p:sp>
        <p:nvSpPr>
          <p:cNvPr id="32" name="TextBox 32">
            <a:extLst xmlns:a="http://schemas.openxmlformats.org/drawingml/2006/main">
              <a:ext uri="{FF2B5EF4-FFF2-40B4-BE49-F238E27FC236}">
                <a16:creationId xmlns:a16="http://schemas.microsoft.com/office/drawing/2014/main" id="{51EA5EAD-4234-46D8-91EC-4015587498BD}"/>
              </a:ext>
            </a:extLst>
          </p:cNvPr>
          <p:cNvSpPr>
            <a:spLocks xmlns:a="http://schemas.openxmlformats.org/drawingml/2006/main" noGrp="1"/>
          </p:cNvSpPr>
          <p:nvPr/>
        </p:nvSpPr>
        <p:spPr>
          <a:xfrm xmlns:a="http://schemas.openxmlformats.org/drawingml/2006/main" rot="0" flipH="0" flipV="0">
            <a:off x="6003764" y="1447511"/>
            <a:ext cx="2548749" cy="656189"/>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520"/>
              </a:lnSpc>
              <a:buNone/>
            </a:pPr>
            <a:r>
              <a:rPr sz="1800" b="1">
                <a:solidFill>
                  <a:srgbClr val="FFFFFF"/>
                </a:solidFill>
                <a:latin typeface="TT Fors Bold"/>
                <a:ea typeface="TT Fors Bold"/>
                <a:cs typeface="TT Fors Bold"/>
              </a:rPr>
              <a:t>BSARec</a:t>
            </a:r>
          </a:p>
        </p:txBody>
      </p:sp>
      <p:sp>
        <p:nvSpPr>
          <p:cNvPr id="34" name="Freeform 34">
            <a:extLst xmlns:a="http://schemas.openxmlformats.org/drawingml/2006/main">
              <a:ext uri="{FF2B5EF4-FFF2-40B4-BE49-F238E27FC236}">
                <a16:creationId xmlns:a16="http://schemas.microsoft.com/office/drawing/2014/main" id="{874738AE-D823-4573-BFDD-F4CBC01AEF4A}"/>
              </a:ext>
            </a:extLst>
          </p:cNvPr>
          <p:cNvSpPr>
            <a:spLocks xmlns:a="http://schemas.openxmlformats.org/drawingml/2006/main" noGrp="1"/>
          </p:cNvSpPr>
          <p:nvPr/>
        </p:nvSpPr>
        <p:spPr>
          <a:xfrm xmlns:a="http://schemas.openxmlformats.org/drawingml/2006/main" rot="0" flipH="0" flipV="0">
            <a:off x="11865076" y="1536151"/>
            <a:ext cx="2548751" cy="567549"/>
          </a:xfrm>
          <a:custGeom xmlns:a="http://schemas.openxmlformats.org/drawingml/2006/main">
            <a:rect l="l" t="t" r="r" b="b"/>
            <a:pathLst>
              <a:path w="1095522" h="243948">
                <a:moveTo>
                  <a:pt x="121974" y="0"/>
                </a:moveTo>
                <a:lnTo>
                  <a:pt x="973548" y="0"/>
                </a:lnTo>
                <a:cubicBezTo>
                  <a:pt x="1040912" y="0"/>
                  <a:pt x="1095522" y="54610"/>
                  <a:pt x="1095522" y="121974"/>
                </a:cubicBezTo>
                <a:lnTo>
                  <a:pt x="1095522" y="121974"/>
                </a:lnTo>
                <a:cubicBezTo>
                  <a:pt x="1095522" y="154323"/>
                  <a:pt x="1082671" y="185348"/>
                  <a:pt x="1059796" y="208223"/>
                </a:cubicBezTo>
                <a:cubicBezTo>
                  <a:pt x="1036922" y="231097"/>
                  <a:pt x="1005897" y="243948"/>
                  <a:pt x="973548" y="243948"/>
                </a:cubicBezTo>
                <a:lnTo>
                  <a:pt x="121974" y="243948"/>
                </a:lnTo>
                <a:cubicBezTo>
                  <a:pt x="89624" y="243948"/>
                  <a:pt x="58600" y="231097"/>
                  <a:pt x="35725" y="208223"/>
                </a:cubicBezTo>
                <a:cubicBezTo>
                  <a:pt x="12851" y="185348"/>
                  <a:pt x="0" y="154323"/>
                  <a:pt x="0" y="121974"/>
                </a:cubicBezTo>
                <a:lnTo>
                  <a:pt x="0" y="121974"/>
                </a:lnTo>
                <a:cubicBezTo>
                  <a:pt x="0" y="89624"/>
                  <a:pt x="12851" y="58600"/>
                  <a:pt x="35725" y="35725"/>
                </a:cubicBezTo>
                <a:cubicBezTo>
                  <a:pt x="58600" y="12851"/>
                  <a:pt x="89624" y="0"/>
                  <a:pt x="121974" y="0"/>
                </a:cubicBezTo>
                <a:close/>
              </a:path>
            </a:pathLst>
          </a:custGeom>
          <a:solidFill xmlns:a="http://schemas.openxmlformats.org/drawingml/2006/main">
            <a:srgbClr val="F68D55"/>
          </a:solidFill>
        </p:spPr>
      </p:sp>
      <p:sp>
        <p:nvSpPr>
          <p:cNvPr id="35" name="TextBox 35">
            <a:extLst xmlns:a="http://schemas.openxmlformats.org/drawingml/2006/main">
              <a:ext uri="{FF2B5EF4-FFF2-40B4-BE49-F238E27FC236}">
                <a16:creationId xmlns:a16="http://schemas.microsoft.com/office/drawing/2014/main" id="{167E3868-1A71-49C9-A9E6-661955EE83F2}"/>
              </a:ext>
            </a:extLst>
          </p:cNvPr>
          <p:cNvSpPr>
            <a:spLocks xmlns:a="http://schemas.openxmlformats.org/drawingml/2006/main" noGrp="1"/>
          </p:cNvSpPr>
          <p:nvPr/>
        </p:nvSpPr>
        <p:spPr>
          <a:xfrm xmlns:a="http://schemas.openxmlformats.org/drawingml/2006/main" rot="0" flipH="0" flipV="0">
            <a:off x="11865076" y="1447511"/>
            <a:ext cx="2548749" cy="656189"/>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marL="0" lvl="0" indent="0" algn="ctr">
              <a:lnSpc>
                <a:spcPts val="2520"/>
              </a:lnSpc>
              <a:spcBef>
                <a:spcPct val="0"/>
              </a:spcBef>
              <a:buNone/>
            </a:pPr>
            <a:r>
              <a:rPr sz="1800" b="1" u="none" strike="noStrike">
                <a:solidFill>
                  <a:srgbClr val="122359"/>
                </a:solidFill>
                <a:latin typeface="TT Fors Bold"/>
                <a:ea typeface="TT Fors Bold"/>
                <a:cs typeface="TT Fors Bold"/>
              </a:rPr>
              <a:t>SASRec</a:t>
            </a:r>
          </a:p>
        </p:txBody>
      </p:sp>
      <p:sp>
        <p:nvSpPr>
          <p:cNvPr id="36" name="TextBox 36">
            <a:extLst xmlns:a="http://schemas.openxmlformats.org/drawingml/2006/main">
              <a:ext uri="{FF2B5EF4-FFF2-40B4-BE49-F238E27FC236}">
                <a16:creationId xmlns:a16="http://schemas.microsoft.com/office/drawing/2014/main" id="{51A84FB3-0B73-41DA-9F48-29FAEE6CE534}"/>
              </a:ext>
            </a:extLst>
          </p:cNvPr>
          <p:cNvSpPr>
            <a:spLocks xmlns:a="http://schemas.openxmlformats.org/drawingml/2006/main" noGrp="1"/>
          </p:cNvSpPr>
          <p:nvPr/>
        </p:nvSpPr>
        <p:spPr>
          <a:xfrm xmlns:a="http://schemas.openxmlformats.org/drawingml/2006/main" rot="0">
            <a:off x="5968075" y="8563904"/>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FFFFFF"/>
                </a:solidFill>
                <a:latin typeface="TT Fors Bold"/>
                <a:ea typeface="TT Fors Bold"/>
                <a:cs typeface="TT Fors Bold"/>
              </a:rPr>
              <a:t>05</a:t>
            </a:r>
          </a:p>
        </p:txBody>
      </p:sp>
      <p:sp>
        <p:nvSpPr>
          <p:cNvPr id="37" name="TextBox 37">
            <a:extLst xmlns:a="http://schemas.openxmlformats.org/drawingml/2006/main">
              <a:ext uri="{FF2B5EF4-FFF2-40B4-BE49-F238E27FC236}">
                <a16:creationId xmlns:a16="http://schemas.microsoft.com/office/drawing/2014/main" id="{3E60BE93-D041-4E63-89CC-04760057E4E8}"/>
              </a:ext>
            </a:extLst>
          </p:cNvPr>
          <p:cNvSpPr>
            <a:spLocks xmlns:a="http://schemas.openxmlformats.org/drawingml/2006/main" noGrp="1"/>
          </p:cNvSpPr>
          <p:nvPr/>
        </p:nvSpPr>
        <p:spPr>
          <a:xfrm xmlns:a="http://schemas.openxmlformats.org/drawingml/2006/main" rot="0">
            <a:off x="11829387" y="8563904"/>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000000"/>
                </a:solidFill>
                <a:latin typeface="TT Fors Bold"/>
                <a:ea typeface="TT Fors Bold"/>
                <a:cs typeface="TT Fors Bold"/>
              </a:rPr>
              <a:t>05</a:t>
            </a:r>
          </a:p>
        </p:txBody>
      </p:sp>
      <p:sp>
        <p:nvSpPr>
          <p:cNvPr id="38" name="TextBox 38">
            <a:extLst xmlns:a="http://schemas.openxmlformats.org/drawingml/2006/main">
              <a:ext uri="{FF2B5EF4-FFF2-40B4-BE49-F238E27FC236}">
                <a16:creationId xmlns:a16="http://schemas.microsoft.com/office/drawing/2014/main" id="{4BC4100E-EF7C-4F7D-88EE-BAD44053AF59}"/>
              </a:ext>
            </a:extLst>
          </p:cNvPr>
          <p:cNvSpPr>
            <a:spLocks xmlns:a="http://schemas.openxmlformats.org/drawingml/2006/main" noGrp="1"/>
          </p:cNvSpPr>
          <p:nvPr/>
        </p:nvSpPr>
        <p:spPr>
          <a:xfrm xmlns:a="http://schemas.openxmlformats.org/drawingml/2006/main" rot="0">
            <a:off x="5968075" y="7125164"/>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FFFFFF"/>
                </a:solidFill>
                <a:latin typeface="TT Fors Bold"/>
                <a:ea typeface="TT Fors Bold"/>
                <a:cs typeface="TT Fors Bold"/>
              </a:rPr>
              <a:t>04</a:t>
            </a:r>
          </a:p>
        </p:txBody>
      </p:sp>
      <p:sp>
        <p:nvSpPr>
          <p:cNvPr id="39" name="TextBox 39">
            <a:extLst xmlns:a="http://schemas.openxmlformats.org/drawingml/2006/main">
              <a:ext uri="{FF2B5EF4-FFF2-40B4-BE49-F238E27FC236}">
                <a16:creationId xmlns:a16="http://schemas.microsoft.com/office/drawing/2014/main" id="{9194F1D7-7F12-40D9-A440-03375314E2F6}"/>
              </a:ext>
            </a:extLst>
          </p:cNvPr>
          <p:cNvSpPr>
            <a:spLocks xmlns:a="http://schemas.openxmlformats.org/drawingml/2006/main" noGrp="1"/>
          </p:cNvSpPr>
          <p:nvPr/>
        </p:nvSpPr>
        <p:spPr>
          <a:xfrm xmlns:a="http://schemas.openxmlformats.org/drawingml/2006/main" rot="0">
            <a:off x="11829387" y="7125164"/>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000000"/>
                </a:solidFill>
                <a:latin typeface="TT Fors Bold"/>
                <a:ea typeface="TT Fors Bold"/>
                <a:cs typeface="TT Fors Bold"/>
              </a:rPr>
              <a:t>04</a:t>
            </a:r>
          </a:p>
        </p:txBody>
      </p:sp>
      <p:sp>
        <p:nvSpPr>
          <p:cNvPr id="40" name="TextBox 40">
            <a:extLst xmlns:a="http://schemas.openxmlformats.org/drawingml/2006/main">
              <a:ext uri="{FF2B5EF4-FFF2-40B4-BE49-F238E27FC236}">
                <a16:creationId xmlns:a16="http://schemas.microsoft.com/office/drawing/2014/main" id="{8FC6A5D7-C7A2-4B5B-988D-2594EF275D25}"/>
              </a:ext>
            </a:extLst>
          </p:cNvPr>
          <p:cNvSpPr>
            <a:spLocks xmlns:a="http://schemas.openxmlformats.org/drawingml/2006/main" noGrp="1"/>
          </p:cNvSpPr>
          <p:nvPr/>
        </p:nvSpPr>
        <p:spPr>
          <a:xfrm xmlns:a="http://schemas.openxmlformats.org/drawingml/2006/main" rot="0">
            <a:off x="5968075" y="5686425"/>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FFFFFF"/>
                </a:solidFill>
                <a:latin typeface="TT Fors Bold"/>
                <a:ea typeface="TT Fors Bold"/>
                <a:cs typeface="TT Fors Bold"/>
              </a:rPr>
              <a:t>03</a:t>
            </a:r>
          </a:p>
        </p:txBody>
      </p:sp>
      <p:sp>
        <p:nvSpPr>
          <p:cNvPr id="41" name="TextBox 41">
            <a:extLst xmlns:a="http://schemas.openxmlformats.org/drawingml/2006/main">
              <a:ext uri="{FF2B5EF4-FFF2-40B4-BE49-F238E27FC236}">
                <a16:creationId xmlns:a16="http://schemas.microsoft.com/office/drawing/2014/main" id="{03AAFBD8-C3CB-43E7-AB75-A1D9E3C11C85}"/>
              </a:ext>
            </a:extLst>
          </p:cNvPr>
          <p:cNvSpPr>
            <a:spLocks xmlns:a="http://schemas.openxmlformats.org/drawingml/2006/main" noGrp="1"/>
          </p:cNvSpPr>
          <p:nvPr/>
        </p:nvSpPr>
        <p:spPr>
          <a:xfrm xmlns:a="http://schemas.openxmlformats.org/drawingml/2006/main" rot="0">
            <a:off x="11829387" y="5686425"/>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000000"/>
                </a:solidFill>
                <a:latin typeface="TT Fors Bold"/>
                <a:ea typeface="TT Fors Bold"/>
                <a:cs typeface="TT Fors Bold"/>
              </a:rPr>
              <a:t>03</a:t>
            </a:r>
          </a:p>
        </p:txBody>
      </p:sp>
      <p:sp>
        <p:nvSpPr>
          <p:cNvPr id="42" name="TextBox 42">
            <a:extLst xmlns:a="http://schemas.openxmlformats.org/drawingml/2006/main">
              <a:ext uri="{FF2B5EF4-FFF2-40B4-BE49-F238E27FC236}">
                <a16:creationId xmlns:a16="http://schemas.microsoft.com/office/drawing/2014/main" id="{BA92D27A-18CC-4BEA-979A-6D06FEC968FE}"/>
              </a:ext>
            </a:extLst>
          </p:cNvPr>
          <p:cNvSpPr>
            <a:spLocks xmlns:a="http://schemas.openxmlformats.org/drawingml/2006/main" noGrp="1"/>
          </p:cNvSpPr>
          <p:nvPr/>
        </p:nvSpPr>
        <p:spPr>
          <a:xfrm xmlns:a="http://schemas.openxmlformats.org/drawingml/2006/main" rot="0">
            <a:off x="5968075" y="4250813"/>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FFFFFF"/>
                </a:solidFill>
                <a:latin typeface="TT Fors Bold"/>
                <a:ea typeface="TT Fors Bold"/>
                <a:cs typeface="TT Fors Bold"/>
              </a:rPr>
              <a:t>02</a:t>
            </a:r>
          </a:p>
        </p:txBody>
      </p:sp>
      <p:sp>
        <p:nvSpPr>
          <p:cNvPr id="43" name="TextBox 43">
            <a:extLst xmlns:a="http://schemas.openxmlformats.org/drawingml/2006/main">
              <a:ext uri="{FF2B5EF4-FFF2-40B4-BE49-F238E27FC236}">
                <a16:creationId xmlns:a16="http://schemas.microsoft.com/office/drawing/2014/main" id="{20329CBE-577A-46CF-BBEA-9847E9C92122}"/>
              </a:ext>
            </a:extLst>
          </p:cNvPr>
          <p:cNvSpPr>
            <a:spLocks xmlns:a="http://schemas.openxmlformats.org/drawingml/2006/main" noGrp="1"/>
          </p:cNvSpPr>
          <p:nvPr/>
        </p:nvSpPr>
        <p:spPr>
          <a:xfrm xmlns:a="http://schemas.openxmlformats.org/drawingml/2006/main" rot="0">
            <a:off x="11829387" y="4250813"/>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000000"/>
                </a:solidFill>
                <a:latin typeface="TT Fors Bold"/>
                <a:ea typeface="TT Fors Bold"/>
                <a:cs typeface="TT Fors Bold"/>
              </a:rPr>
              <a:t>02</a:t>
            </a:r>
          </a:p>
        </p:txBody>
      </p:sp>
      <p:sp>
        <p:nvSpPr>
          <p:cNvPr id="44" name="TextBox 44">
            <a:extLst xmlns:a="http://schemas.openxmlformats.org/drawingml/2006/main">
              <a:ext uri="{FF2B5EF4-FFF2-40B4-BE49-F238E27FC236}">
                <a16:creationId xmlns:a16="http://schemas.microsoft.com/office/drawing/2014/main" id="{5BF9C6E9-CCB7-4617-BEBF-F58A00B3D122}"/>
              </a:ext>
            </a:extLst>
          </p:cNvPr>
          <p:cNvSpPr>
            <a:spLocks xmlns:a="http://schemas.openxmlformats.org/drawingml/2006/main" noGrp="1"/>
          </p:cNvSpPr>
          <p:nvPr/>
        </p:nvSpPr>
        <p:spPr>
          <a:xfrm xmlns:a="http://schemas.openxmlformats.org/drawingml/2006/main" rot="0">
            <a:off x="5968075" y="2812073"/>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FFFFFF"/>
                </a:solidFill>
                <a:latin typeface="TT Fors Bold"/>
                <a:ea typeface="TT Fors Bold"/>
                <a:cs typeface="TT Fors Bold"/>
              </a:rPr>
              <a:t>01</a:t>
            </a:r>
          </a:p>
        </p:txBody>
      </p:sp>
      <p:sp>
        <p:nvSpPr>
          <p:cNvPr id="45" name="TextBox 45">
            <a:extLst xmlns:a="http://schemas.openxmlformats.org/drawingml/2006/main">
              <a:ext uri="{FF2B5EF4-FFF2-40B4-BE49-F238E27FC236}">
                <a16:creationId xmlns:a16="http://schemas.microsoft.com/office/drawing/2014/main" id="{091BFD38-2F3E-411A-883E-D775F168A057}"/>
              </a:ext>
            </a:extLst>
          </p:cNvPr>
          <p:cNvSpPr>
            <a:spLocks xmlns:a="http://schemas.openxmlformats.org/drawingml/2006/main" noGrp="1"/>
          </p:cNvSpPr>
          <p:nvPr/>
        </p:nvSpPr>
        <p:spPr>
          <a:xfrm xmlns:a="http://schemas.openxmlformats.org/drawingml/2006/main" rot="0">
            <a:off x="11829387" y="2812073"/>
            <a:ext cx="1018185" cy="37274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079"/>
              </a:lnSpc>
              <a:spcBef>
                <a:spcPct val="0"/>
              </a:spcBef>
              <a:buNone/>
            </a:pPr>
            <a:r>
              <a:rPr sz="2199" b="1">
                <a:solidFill>
                  <a:srgbClr val="000000"/>
                </a:solidFill>
                <a:latin typeface="TT Fors Bold"/>
                <a:ea typeface="TT Fors Bold"/>
                <a:cs typeface="TT Fors Bold"/>
              </a:rPr>
              <a:t>01</a:t>
            </a:r>
          </a:p>
        </p:txBody>
      </p:sp>
    </p:spTree>
    <p:extLst>
      <p:ext uri="{BB962C8B-B14F-4D97-AF65-F5344CB8AC3E}">
        <p14:creationId xmlns:p14="http://schemas.microsoft.com/office/powerpoint/2010/main" val="858818920"/>
      </p:ext>
    </p:extLst>
  </p:cSld>
</p:sld>
</file>

<file path=ppt/slides/slide8.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4D3F6FE-5285-42F2-8040-13C5072A4DD2}"/>
              </a:ext>
            </a:extLst>
          </p:cNvPr>
          <p:cNvSpPr>
            <a:spLocks xmlns:a="http://schemas.openxmlformats.org/drawingml/2006/main" noGrp="1"/>
          </p:cNvSpPr>
          <p:nvPr/>
        </p:nvSpPr>
        <p:spPr>
          <a:xfrm xmlns:a="http://schemas.openxmlformats.org/drawingml/2006/main" rot="0" flipH="0" flipV="0">
            <a:off x="6858000" y="2614617"/>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c917c7dd3e19474d">
              <a:alphaModFix amt="53000"/>
            </a:blip>
            <a:stretch>
              <a:fillRect l="0" t="0" r="0" b="0"/>
            </a:stretch>
          </a:blipFill>
        </p:spPr>
      </p:sp>
      <p:sp>
        <p:nvSpPr>
          <p:cNvPr id="3" name="Freeform 3">
            <a:extLst xmlns:a="http://schemas.openxmlformats.org/drawingml/2006/main">
              <a:ext uri="{FF2B5EF4-FFF2-40B4-BE49-F238E27FC236}">
                <a16:creationId xmlns:a16="http://schemas.microsoft.com/office/drawing/2014/main" id="{A174325C-9CF0-4764-AA09-589263112FEF}"/>
              </a:ext>
            </a:extLst>
          </p:cNvPr>
          <p:cNvSpPr>
            <a:spLocks xmlns:a="http://schemas.openxmlformats.org/drawingml/2006/main" noGrp="1"/>
          </p:cNvSpPr>
          <p:nvPr/>
        </p:nvSpPr>
        <p:spPr>
          <a:xfrm xmlns:a="http://schemas.openxmlformats.org/drawingml/2006/main" rot="0" flipH="0" flipV="0">
            <a:off x="6858000" y="5390266"/>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c917c7dd3e19474d">
              <a:alphaModFix amt="53000"/>
            </a:blip>
            <a:stretch>
              <a:fillRect l="0" t="0" r="0" b="0"/>
            </a:stretch>
          </a:blipFill>
        </p:spPr>
      </p:sp>
      <p:sp>
        <p:nvSpPr>
          <p:cNvPr id="5" name="Freeform 5">
            <a:extLst xmlns:a="http://schemas.openxmlformats.org/drawingml/2006/main">
              <a:ext uri="{FF2B5EF4-FFF2-40B4-BE49-F238E27FC236}">
                <a16:creationId xmlns:a16="http://schemas.microsoft.com/office/drawing/2014/main" id="{B34D9047-510B-48F4-ABBF-62593AAE9E18}"/>
              </a:ext>
            </a:extLst>
          </p:cNvPr>
          <p:cNvSpPr>
            <a:spLocks xmlns:a="http://schemas.openxmlformats.org/drawingml/2006/main" noGrp="1"/>
          </p:cNvSpPr>
          <p:nvPr/>
        </p:nvSpPr>
        <p:spPr>
          <a:xfrm xmlns:a="http://schemas.openxmlformats.org/drawingml/2006/main" rot="0" flipH="0" flipV="0">
            <a:off x="6861146" y="1334270"/>
            <a:ext cx="4459235" cy="1946145"/>
          </a:xfrm>
          <a:custGeom xmlns:a="http://schemas.openxmlformats.org/drawingml/2006/main">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6" name="TextBox 6">
            <a:extLst xmlns:a="http://schemas.openxmlformats.org/drawingml/2006/main">
              <a:ext uri="{FF2B5EF4-FFF2-40B4-BE49-F238E27FC236}">
                <a16:creationId xmlns:a16="http://schemas.microsoft.com/office/drawing/2014/main" id="{1E18978F-A4D6-4D23-84F0-D914C7D11F86}"/>
              </a:ext>
            </a:extLst>
          </p:cNvPr>
          <p:cNvSpPr>
            <a:spLocks xmlns:a="http://schemas.openxmlformats.org/drawingml/2006/main" noGrp="1"/>
          </p:cNvSpPr>
          <p:nvPr/>
        </p:nvSpPr>
        <p:spPr>
          <a:xfrm xmlns:a="http://schemas.openxmlformats.org/drawingml/2006/main" rot="0" flipH="0" flipV="0">
            <a:off x="6861146" y="1189610"/>
            <a:ext cx="4459235" cy="209080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8" name="Freeform 8">
            <a:extLst xmlns:a="http://schemas.openxmlformats.org/drawingml/2006/main">
              <a:ext uri="{FF2B5EF4-FFF2-40B4-BE49-F238E27FC236}">
                <a16:creationId xmlns:a16="http://schemas.microsoft.com/office/drawing/2014/main" id="{A70C3323-9591-4428-A993-4A982CDEA8F8}"/>
              </a:ext>
            </a:extLst>
          </p:cNvPr>
          <p:cNvSpPr>
            <a:spLocks xmlns:a="http://schemas.openxmlformats.org/drawingml/2006/main" noGrp="1"/>
          </p:cNvSpPr>
          <p:nvPr/>
        </p:nvSpPr>
        <p:spPr>
          <a:xfrm xmlns:a="http://schemas.openxmlformats.org/drawingml/2006/main" rot="0" flipH="0" flipV="0">
            <a:off x="6861146" y="4109918"/>
            <a:ext cx="4459235" cy="1946145"/>
          </a:xfrm>
          <a:custGeom xmlns:a="http://schemas.openxmlformats.org/drawingml/2006/main">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9" name="TextBox 9">
            <a:extLst xmlns:a="http://schemas.openxmlformats.org/drawingml/2006/main">
              <a:ext uri="{FF2B5EF4-FFF2-40B4-BE49-F238E27FC236}">
                <a16:creationId xmlns:a16="http://schemas.microsoft.com/office/drawing/2014/main" id="{193C6D18-CCD0-48DF-A9E9-BB2E787B491A}"/>
              </a:ext>
            </a:extLst>
          </p:cNvPr>
          <p:cNvSpPr>
            <a:spLocks xmlns:a="http://schemas.openxmlformats.org/drawingml/2006/main" noGrp="1"/>
          </p:cNvSpPr>
          <p:nvPr/>
        </p:nvSpPr>
        <p:spPr>
          <a:xfrm xmlns:a="http://schemas.openxmlformats.org/drawingml/2006/main" rot="0" flipH="0" flipV="0">
            <a:off x="6861146" y="3965258"/>
            <a:ext cx="4459235" cy="209080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0" name="Freeform 10">
            <a:extLst xmlns:a="http://schemas.openxmlformats.org/drawingml/2006/main">
              <a:ext uri="{FF2B5EF4-FFF2-40B4-BE49-F238E27FC236}">
                <a16:creationId xmlns:a16="http://schemas.microsoft.com/office/drawing/2014/main" id="{FF31C6DC-0FFC-4E95-AC79-172F9595B485}"/>
              </a:ext>
            </a:extLst>
          </p:cNvPr>
          <p:cNvSpPr>
            <a:spLocks xmlns:a="http://schemas.openxmlformats.org/drawingml/2006/main" noGrp="1"/>
          </p:cNvSpPr>
          <p:nvPr/>
        </p:nvSpPr>
        <p:spPr>
          <a:xfrm xmlns:a="http://schemas.openxmlformats.org/drawingml/2006/main" rot="0" flipH="0" flipV="0">
            <a:off x="6858000" y="8165914"/>
            <a:ext cx="4462381" cy="884363"/>
          </a:xfrm>
          <a:custGeom xmlns:a="http://schemas.openxmlformats.org/drawingml/2006/main">
            <a:rect l="l" t="t" r="r" b="b"/>
            <a:pathLst>
              <a:path w="4462381" h="884363">
                <a:moveTo>
                  <a:pt x="0" y="0"/>
                </a:moveTo>
                <a:lnTo>
                  <a:pt x="4462381" y="0"/>
                </a:lnTo>
                <a:lnTo>
                  <a:pt x="4462381" y="884363"/>
                </a:lnTo>
                <a:lnTo>
                  <a:pt x="0" y="884363"/>
                </a:lnTo>
                <a:lnTo>
                  <a:pt x="0" y="0"/>
                </a:lnTo>
                <a:close/>
              </a:path>
            </a:pathLst>
          </a:custGeom>
          <a:blipFill xmlns:a="http://schemas.openxmlformats.org/drawingml/2006/main">
            <a:blip xmlns:r="http://schemas.openxmlformats.org/officeDocument/2006/relationships" r:embed="Rc917c7dd3e19474d">
              <a:alphaModFix amt="53000"/>
            </a:blip>
            <a:stretch>
              <a:fillRect l="0" t="0" r="0" b="0"/>
            </a:stretch>
          </a:blipFill>
        </p:spPr>
      </p:sp>
      <p:sp>
        <p:nvSpPr>
          <p:cNvPr id="12" name="Freeform 12">
            <a:extLst xmlns:a="http://schemas.openxmlformats.org/drawingml/2006/main">
              <a:ext uri="{FF2B5EF4-FFF2-40B4-BE49-F238E27FC236}">
                <a16:creationId xmlns:a16="http://schemas.microsoft.com/office/drawing/2014/main" id="{7D4A2503-1259-4130-8D86-0AA41416705B}"/>
              </a:ext>
            </a:extLst>
          </p:cNvPr>
          <p:cNvSpPr>
            <a:spLocks xmlns:a="http://schemas.openxmlformats.org/drawingml/2006/main" noGrp="1"/>
          </p:cNvSpPr>
          <p:nvPr/>
        </p:nvSpPr>
        <p:spPr>
          <a:xfrm xmlns:a="http://schemas.openxmlformats.org/drawingml/2006/main" rot="0" flipH="0" flipV="0">
            <a:off x="6861146" y="6885567"/>
            <a:ext cx="4459235" cy="1946145"/>
          </a:xfrm>
          <a:custGeom xmlns:a="http://schemas.openxmlformats.org/drawingml/2006/main">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xmlns:a="http://schemas.openxmlformats.org/drawingml/2006/main">
            <a:srgbClr val="FFFFFF"/>
          </a:solidFill>
        </p:spPr>
      </p:sp>
      <p:sp>
        <p:nvSpPr>
          <p:cNvPr id="13" name="TextBox 13">
            <a:extLst xmlns:a="http://schemas.openxmlformats.org/drawingml/2006/main">
              <a:ext uri="{FF2B5EF4-FFF2-40B4-BE49-F238E27FC236}">
                <a16:creationId xmlns:a16="http://schemas.microsoft.com/office/drawing/2014/main" id="{C50CC6B3-A044-4B47-99BB-221DF4E5B1AA}"/>
              </a:ext>
            </a:extLst>
          </p:cNvPr>
          <p:cNvSpPr>
            <a:spLocks xmlns:a="http://schemas.openxmlformats.org/drawingml/2006/main" noGrp="1"/>
          </p:cNvSpPr>
          <p:nvPr/>
        </p:nvSpPr>
        <p:spPr>
          <a:xfrm xmlns:a="http://schemas.openxmlformats.org/drawingml/2006/main" rot="0" flipH="0" flipV="0">
            <a:off x="6861146" y="6740907"/>
            <a:ext cx="4459235" cy="209080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5" name="Freeform 15">
            <a:extLst xmlns:a="http://schemas.openxmlformats.org/drawingml/2006/main">
              <a:ext uri="{FF2B5EF4-FFF2-40B4-BE49-F238E27FC236}">
                <a16:creationId xmlns:a16="http://schemas.microsoft.com/office/drawing/2014/main" id="{113BBA71-B764-4508-9380-3246B2833A61}"/>
              </a:ext>
            </a:extLst>
          </p:cNvPr>
          <p:cNvSpPr>
            <a:spLocks xmlns:a="http://schemas.openxmlformats.org/drawingml/2006/main" noGrp="1"/>
          </p:cNvSpPr>
          <p:nvPr/>
        </p:nvSpPr>
        <p:spPr>
          <a:xfrm xmlns:a="http://schemas.openxmlformats.org/drawingml/2006/main" rot="0" flipH="0" flipV="0">
            <a:off x="7547714" y="1236723"/>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122359"/>
          </a:solidFill>
        </p:spPr>
      </p:sp>
      <p:sp>
        <p:nvSpPr>
          <p:cNvPr id="16" name="TextBox 16">
            <a:extLst xmlns:a="http://schemas.openxmlformats.org/drawingml/2006/main">
              <a:ext uri="{FF2B5EF4-FFF2-40B4-BE49-F238E27FC236}">
                <a16:creationId xmlns:a16="http://schemas.microsoft.com/office/drawing/2014/main" id="{D28D2C44-DFDF-480B-9C99-86ECBE34CAA5}"/>
              </a:ext>
            </a:extLst>
          </p:cNvPr>
          <p:cNvSpPr>
            <a:spLocks xmlns:a="http://schemas.openxmlformats.org/drawingml/2006/main" noGrp="1"/>
          </p:cNvSpPr>
          <p:nvPr/>
        </p:nvSpPr>
        <p:spPr>
          <a:xfrm xmlns:a="http://schemas.openxmlformats.org/drawingml/2006/main" rot="0" flipH="0" flipV="0">
            <a:off x="7547714" y="1092064"/>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8" name="Freeform 18">
            <a:extLst xmlns:a="http://schemas.openxmlformats.org/drawingml/2006/main">
              <a:ext uri="{FF2B5EF4-FFF2-40B4-BE49-F238E27FC236}">
                <a16:creationId xmlns:a16="http://schemas.microsoft.com/office/drawing/2014/main" id="{22563F89-52CE-4D59-A347-1B824A02A480}"/>
              </a:ext>
            </a:extLst>
          </p:cNvPr>
          <p:cNvSpPr>
            <a:spLocks xmlns:a="http://schemas.openxmlformats.org/drawingml/2006/main" noGrp="1"/>
          </p:cNvSpPr>
          <p:nvPr/>
        </p:nvSpPr>
        <p:spPr>
          <a:xfrm xmlns:a="http://schemas.openxmlformats.org/drawingml/2006/main" rot="0" flipH="0" flipV="0">
            <a:off x="7547714" y="4012371"/>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3E6398"/>
          </a:solidFill>
        </p:spPr>
      </p:sp>
      <p:sp>
        <p:nvSpPr>
          <p:cNvPr id="19" name="TextBox 19">
            <a:extLst xmlns:a="http://schemas.openxmlformats.org/drawingml/2006/main">
              <a:ext uri="{FF2B5EF4-FFF2-40B4-BE49-F238E27FC236}">
                <a16:creationId xmlns:a16="http://schemas.microsoft.com/office/drawing/2014/main" id="{D6706F5F-DB8E-42DB-B11E-866EDE61C446}"/>
              </a:ext>
            </a:extLst>
          </p:cNvPr>
          <p:cNvSpPr>
            <a:spLocks xmlns:a="http://schemas.openxmlformats.org/drawingml/2006/main" noGrp="1"/>
          </p:cNvSpPr>
          <p:nvPr/>
        </p:nvSpPr>
        <p:spPr>
          <a:xfrm xmlns:a="http://schemas.openxmlformats.org/drawingml/2006/main" rot="0" flipH="0" flipV="0">
            <a:off x="7547714" y="3867712"/>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1" name="Freeform 21">
            <a:extLst xmlns:a="http://schemas.openxmlformats.org/drawingml/2006/main">
              <a:ext uri="{FF2B5EF4-FFF2-40B4-BE49-F238E27FC236}">
                <a16:creationId xmlns:a16="http://schemas.microsoft.com/office/drawing/2014/main" id="{16CA2D52-C907-4697-A131-A53B7E154E6F}"/>
              </a:ext>
            </a:extLst>
          </p:cNvPr>
          <p:cNvSpPr>
            <a:spLocks xmlns:a="http://schemas.openxmlformats.org/drawingml/2006/main" noGrp="1"/>
          </p:cNvSpPr>
          <p:nvPr/>
        </p:nvSpPr>
        <p:spPr>
          <a:xfrm xmlns:a="http://schemas.openxmlformats.org/drawingml/2006/main" rot="0" flipH="0" flipV="0">
            <a:off x="7547714" y="6788020"/>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F68D56"/>
          </a:solidFill>
        </p:spPr>
      </p:sp>
      <p:sp>
        <p:nvSpPr>
          <p:cNvPr id="22" name="TextBox 22">
            <a:extLst xmlns:a="http://schemas.openxmlformats.org/drawingml/2006/main">
              <a:ext uri="{FF2B5EF4-FFF2-40B4-BE49-F238E27FC236}">
                <a16:creationId xmlns:a16="http://schemas.microsoft.com/office/drawing/2014/main" id="{0D1E3510-13FC-4CC1-B5CB-BF48BC73F7CE}"/>
              </a:ext>
            </a:extLst>
          </p:cNvPr>
          <p:cNvSpPr>
            <a:spLocks xmlns:a="http://schemas.openxmlformats.org/drawingml/2006/main" noGrp="1"/>
          </p:cNvSpPr>
          <p:nvPr/>
        </p:nvSpPr>
        <p:spPr>
          <a:xfrm xmlns:a="http://schemas.openxmlformats.org/drawingml/2006/main" rot="0" flipH="0" flipV="0">
            <a:off x="7547714" y="6643361"/>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4" name="Freeform 24">
            <a:extLst xmlns:a="http://schemas.openxmlformats.org/drawingml/2006/main">
              <a:ext uri="{FF2B5EF4-FFF2-40B4-BE49-F238E27FC236}">
                <a16:creationId xmlns:a16="http://schemas.microsoft.com/office/drawing/2014/main" id="{323EA1E0-80DF-446E-BBD7-5157005DFF63}"/>
              </a:ext>
            </a:extLst>
          </p:cNvPr>
          <p:cNvSpPr>
            <a:spLocks xmlns:a="http://schemas.openxmlformats.org/drawingml/2006/main" noGrp="1"/>
          </p:cNvSpPr>
          <p:nvPr/>
        </p:nvSpPr>
        <p:spPr>
          <a:xfrm xmlns:a="http://schemas.openxmlformats.org/drawingml/2006/main" rot="0" flipH="0" flipV="0">
            <a:off x="5752492" y="1469244"/>
            <a:ext cx="1484639" cy="1676193"/>
          </a:xfrm>
          <a:custGeom xmlns:a="http://schemas.openxmlformats.org/drawingml/2006/main">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xmlns:a="http://schemas.openxmlformats.org/drawingml/2006/main">
            <a:srgbClr val="122359"/>
          </a:solidFill>
        </p:spPr>
      </p:sp>
      <p:sp>
        <p:nvSpPr>
          <p:cNvPr id="25" name="TextBox 25">
            <a:extLst xmlns:a="http://schemas.openxmlformats.org/drawingml/2006/main">
              <a:ext uri="{FF2B5EF4-FFF2-40B4-BE49-F238E27FC236}">
                <a16:creationId xmlns:a16="http://schemas.microsoft.com/office/drawing/2014/main" id="{4159B2DE-A226-4F69-B4F1-4AA5D4000EE4}"/>
              </a:ext>
            </a:extLst>
          </p:cNvPr>
          <p:cNvSpPr>
            <a:spLocks xmlns:a="http://schemas.openxmlformats.org/drawingml/2006/main" noGrp="1"/>
          </p:cNvSpPr>
          <p:nvPr/>
        </p:nvSpPr>
        <p:spPr>
          <a:xfrm xmlns:a="http://schemas.openxmlformats.org/drawingml/2006/main" rot="0" flipH="0" flipV="0">
            <a:off x="5752492" y="1659499"/>
            <a:ext cx="1484639" cy="121470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7" name="Freeform 27">
            <a:extLst xmlns:a="http://schemas.openxmlformats.org/drawingml/2006/main">
              <a:ext uri="{FF2B5EF4-FFF2-40B4-BE49-F238E27FC236}">
                <a16:creationId xmlns:a16="http://schemas.microsoft.com/office/drawing/2014/main" id="{4733FF4F-DC22-429C-8F5E-024B2AA8E530}"/>
              </a:ext>
            </a:extLst>
          </p:cNvPr>
          <p:cNvSpPr>
            <a:spLocks xmlns:a="http://schemas.openxmlformats.org/drawingml/2006/main" noGrp="1"/>
          </p:cNvSpPr>
          <p:nvPr/>
        </p:nvSpPr>
        <p:spPr>
          <a:xfrm xmlns:a="http://schemas.openxmlformats.org/drawingml/2006/main" rot="0" flipH="0" flipV="0">
            <a:off x="5752492" y="4244893"/>
            <a:ext cx="1484639" cy="1676193"/>
          </a:xfrm>
          <a:custGeom xmlns:a="http://schemas.openxmlformats.org/drawingml/2006/main">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xmlns:a="http://schemas.openxmlformats.org/drawingml/2006/main">
            <a:srgbClr val="3E6398"/>
          </a:solidFill>
        </p:spPr>
      </p:sp>
      <p:sp>
        <p:nvSpPr>
          <p:cNvPr id="28" name="TextBox 28">
            <a:extLst xmlns:a="http://schemas.openxmlformats.org/drawingml/2006/main">
              <a:ext uri="{FF2B5EF4-FFF2-40B4-BE49-F238E27FC236}">
                <a16:creationId xmlns:a16="http://schemas.microsoft.com/office/drawing/2014/main" id="{D583EAFA-6B6B-4B56-9EA2-5D5E4D1147D6}"/>
              </a:ext>
            </a:extLst>
          </p:cNvPr>
          <p:cNvSpPr>
            <a:spLocks xmlns:a="http://schemas.openxmlformats.org/drawingml/2006/main" noGrp="1"/>
          </p:cNvSpPr>
          <p:nvPr/>
        </p:nvSpPr>
        <p:spPr>
          <a:xfrm xmlns:a="http://schemas.openxmlformats.org/drawingml/2006/main" rot="0" flipH="0" flipV="0">
            <a:off x="5752492" y="4435148"/>
            <a:ext cx="1484639" cy="121470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0" name="Freeform 30">
            <a:extLst xmlns:a="http://schemas.openxmlformats.org/drawingml/2006/main">
              <a:ext uri="{FF2B5EF4-FFF2-40B4-BE49-F238E27FC236}">
                <a16:creationId xmlns:a16="http://schemas.microsoft.com/office/drawing/2014/main" id="{4AE96451-DC9D-44BC-8849-013002C9E9D6}"/>
              </a:ext>
            </a:extLst>
          </p:cNvPr>
          <p:cNvSpPr>
            <a:spLocks xmlns:a="http://schemas.openxmlformats.org/drawingml/2006/main" noGrp="1"/>
          </p:cNvSpPr>
          <p:nvPr/>
        </p:nvSpPr>
        <p:spPr>
          <a:xfrm xmlns:a="http://schemas.openxmlformats.org/drawingml/2006/main" rot="0" flipH="0" flipV="0">
            <a:off x="5752492" y="7020542"/>
            <a:ext cx="1484639" cy="1676193"/>
          </a:xfrm>
          <a:custGeom xmlns:a="http://schemas.openxmlformats.org/drawingml/2006/main">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xmlns:a="http://schemas.openxmlformats.org/drawingml/2006/main">
            <a:srgbClr val="F68D56"/>
          </a:solidFill>
        </p:spPr>
      </p:sp>
      <p:sp>
        <p:nvSpPr>
          <p:cNvPr id="31" name="TextBox 31">
            <a:extLst xmlns:a="http://schemas.openxmlformats.org/drawingml/2006/main">
              <a:ext uri="{FF2B5EF4-FFF2-40B4-BE49-F238E27FC236}">
                <a16:creationId xmlns:a16="http://schemas.microsoft.com/office/drawing/2014/main" id="{CB0A28F8-C3A2-4F59-9D2B-F06A7F8CB6AE}"/>
              </a:ext>
            </a:extLst>
          </p:cNvPr>
          <p:cNvSpPr>
            <a:spLocks xmlns:a="http://schemas.openxmlformats.org/drawingml/2006/main" noGrp="1"/>
          </p:cNvSpPr>
          <p:nvPr/>
        </p:nvSpPr>
        <p:spPr>
          <a:xfrm xmlns:a="http://schemas.openxmlformats.org/drawingml/2006/main" rot="0" flipH="0" flipV="0">
            <a:off x="5752492" y="7210797"/>
            <a:ext cx="1484639" cy="121470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32" name="Freeform 32">
            <a:extLst xmlns:a="http://schemas.openxmlformats.org/drawingml/2006/main">
              <a:ext uri="{FF2B5EF4-FFF2-40B4-BE49-F238E27FC236}">
                <a16:creationId xmlns:a16="http://schemas.microsoft.com/office/drawing/2014/main" id="{B4588B53-C86F-478D-8EB5-E06FEC3C2AA8}"/>
              </a:ext>
            </a:extLst>
          </p:cNvPr>
          <p:cNvSpPr>
            <a:spLocks xmlns:a="http://schemas.openxmlformats.org/drawingml/2006/main" noGrp="1"/>
          </p:cNvSpPr>
          <p:nvPr/>
        </p:nvSpPr>
        <p:spPr>
          <a:xfrm xmlns:a="http://schemas.openxmlformats.org/drawingml/2006/main">
            <a:off x="4141574" y="2307342"/>
            <a:ext cx="1610918" cy="2794699"/>
          </a:xfrm>
          <a:custGeom xmlns:a="http://schemas.openxmlformats.org/drawingml/2006/main">
            <a:rect l="l" t="t" r="r" b="b"/>
            <a:pathLst>
              <a:path w="1610918" h="2794699">
                <a:moveTo>
                  <a:pt x="0" y="2794699"/>
                </a:moveTo>
                <a:lnTo>
                  <a:pt x="753859" y="2794699"/>
                </a:lnTo>
                <a:cubicBezTo>
                  <a:pt x="880112" y="2794699"/>
                  <a:pt x="982459" y="2692351"/>
                  <a:pt x="982459" y="2566099"/>
                </a:cubicBezTo>
                <a:lnTo>
                  <a:pt x="982459" y="228600"/>
                </a:lnTo>
                <a:cubicBezTo>
                  <a:pt x="982459" y="102348"/>
                  <a:pt x="1084807" y="0"/>
                  <a:pt x="1211059" y="0"/>
                </a:cubicBezTo>
                <a:lnTo>
                  <a:pt x="1610918" y="0"/>
                </a:lnTo>
              </a:path>
            </a:pathLst>
          </a:custGeom>
          <a:ln xmlns:a="http://schemas.openxmlformats.org/drawingml/2006/main" w="38100" cap="flat">
            <a:solidFill>
              <a:srgbClr val="A9B4CD"/>
            </a:solidFill>
            <a:prstDash val="solid"/>
            <a:headEnd type="none" w="sm" len="sm"/>
            <a:tailEnd type="none" w="sm" len="sm"/>
          </a:ln>
        </p:spPr>
      </p:sp>
      <p:sp>
        <p:nvSpPr>
          <p:cNvPr id="33" name="AutoShape 33">
            <a:extLst xmlns:a="http://schemas.openxmlformats.org/drawingml/2006/main">
              <a:ext uri="{FF2B5EF4-FFF2-40B4-BE49-F238E27FC236}">
                <a16:creationId xmlns:a16="http://schemas.microsoft.com/office/drawing/2014/main" id="{A025CEAC-290E-4568-80D2-83FDB152BF23}"/>
              </a:ext>
            </a:extLst>
          </p:cNvPr>
          <p:cNvSpPr>
            <a:spLocks xmlns:a="http://schemas.openxmlformats.org/drawingml/2006/main" noGrp="1"/>
          </p:cNvSpPr>
          <p:nvPr/>
        </p:nvSpPr>
        <p:spPr>
          <a:xfrm xmlns:a="http://schemas.openxmlformats.org/drawingml/2006/main">
            <a:off x="4141574" y="5082991"/>
            <a:ext cx="1610918" cy="0"/>
          </a:xfrm>
          <a:prstGeom xmlns:a="http://schemas.openxmlformats.org/drawingml/2006/main" prst="line">
            <a:avLst/>
          </a:prstGeom>
          <a:ln xmlns:a="http://schemas.openxmlformats.org/drawingml/2006/main" w="38100" cap="flat">
            <a:solidFill>
              <a:srgbClr val="A9B4CD"/>
            </a:solidFill>
            <a:prstDash val="solid"/>
            <a:headEnd type="none" w="sm" len="sm"/>
            <a:tailEnd type="none" w="sm" len="sm"/>
          </a:ln>
        </p:spPr>
      </p:sp>
      <p:sp>
        <p:nvSpPr>
          <p:cNvPr id="34" name="Freeform 34">
            <a:extLst xmlns:a="http://schemas.openxmlformats.org/drawingml/2006/main">
              <a:ext uri="{FF2B5EF4-FFF2-40B4-BE49-F238E27FC236}">
                <a16:creationId xmlns:a16="http://schemas.microsoft.com/office/drawing/2014/main" id="{4486CDB2-51A1-411F-8999-6F5DA909E322}"/>
              </a:ext>
            </a:extLst>
          </p:cNvPr>
          <p:cNvSpPr>
            <a:spLocks xmlns:a="http://schemas.openxmlformats.org/drawingml/2006/main" noGrp="1"/>
          </p:cNvSpPr>
          <p:nvPr/>
        </p:nvSpPr>
        <p:spPr>
          <a:xfrm xmlns:a="http://schemas.openxmlformats.org/drawingml/2006/main">
            <a:off x="4141574" y="5102041"/>
            <a:ext cx="1610918" cy="2756599"/>
          </a:xfrm>
          <a:custGeom xmlns:a="http://schemas.openxmlformats.org/drawingml/2006/main">
            <a:rect l="l" t="t" r="r" b="b"/>
            <a:pathLst>
              <a:path w="1610918" h="2756599">
                <a:moveTo>
                  <a:pt x="0" y="0"/>
                </a:moveTo>
                <a:lnTo>
                  <a:pt x="753859" y="0"/>
                </a:lnTo>
                <a:cubicBezTo>
                  <a:pt x="880112" y="0"/>
                  <a:pt x="982459" y="102347"/>
                  <a:pt x="982459" y="228600"/>
                </a:cubicBezTo>
                <a:lnTo>
                  <a:pt x="982459" y="2527999"/>
                </a:lnTo>
                <a:cubicBezTo>
                  <a:pt x="982459" y="2654251"/>
                  <a:pt x="1084807" y="2756599"/>
                  <a:pt x="1211059" y="2756599"/>
                </a:cubicBezTo>
                <a:lnTo>
                  <a:pt x="1610918" y="2756599"/>
                </a:lnTo>
              </a:path>
            </a:pathLst>
          </a:custGeom>
          <a:ln xmlns:a="http://schemas.openxmlformats.org/drawingml/2006/main" w="38100" cap="flat">
            <a:solidFill>
              <a:srgbClr val="A9B4CD"/>
            </a:solidFill>
            <a:prstDash val="solid"/>
            <a:headEnd type="none" w="sm" len="sm"/>
            <a:tailEnd type="none" w="sm" len="sm"/>
          </a:ln>
        </p:spPr>
      </p:sp>
      <p:sp>
        <p:nvSpPr>
          <p:cNvPr id="36" name="Freeform 36">
            <a:extLst xmlns:a="http://schemas.openxmlformats.org/drawingml/2006/main">
              <a:ext uri="{FF2B5EF4-FFF2-40B4-BE49-F238E27FC236}">
                <a16:creationId xmlns:a16="http://schemas.microsoft.com/office/drawing/2014/main" id="{8065B5DC-9543-4F4E-B018-538C2DA38A6A}"/>
              </a:ext>
            </a:extLst>
          </p:cNvPr>
          <p:cNvSpPr>
            <a:spLocks xmlns:a="http://schemas.openxmlformats.org/drawingml/2006/main" noGrp="1"/>
          </p:cNvSpPr>
          <p:nvPr/>
        </p:nvSpPr>
        <p:spPr>
          <a:xfrm xmlns:a="http://schemas.openxmlformats.org/drawingml/2006/main" rot="0" flipH="0" flipV="0">
            <a:off x="12881392" y="1224398"/>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122359"/>
          </a:solidFill>
        </p:spPr>
      </p:sp>
      <p:sp>
        <p:nvSpPr>
          <p:cNvPr id="37" name="TextBox 37">
            <a:extLst xmlns:a="http://schemas.openxmlformats.org/drawingml/2006/main">
              <a:ext uri="{FF2B5EF4-FFF2-40B4-BE49-F238E27FC236}">
                <a16:creationId xmlns:a16="http://schemas.microsoft.com/office/drawing/2014/main" id="{05E8DEF0-47BD-4726-9FD1-6FF8C4D24B96}"/>
              </a:ext>
            </a:extLst>
          </p:cNvPr>
          <p:cNvSpPr>
            <a:spLocks xmlns:a="http://schemas.openxmlformats.org/drawingml/2006/main" noGrp="1"/>
          </p:cNvSpPr>
          <p:nvPr/>
        </p:nvSpPr>
        <p:spPr>
          <a:xfrm xmlns:a="http://schemas.openxmlformats.org/drawingml/2006/main" rot="0" flipH="0" flipV="0">
            <a:off x="12881392" y="1079738"/>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FFFFFF"/>
                </a:solidFill>
                <a:latin typeface="TT Fors"/>
                <a:ea typeface="TT Fors"/>
                <a:cs typeface="TT Fors"/>
              </a:rPr>
              <a:t>Pastikan semantik timestamp</a:t>
            </a:r>
          </a:p>
          <a:p xmlns:a="http://schemas.openxmlformats.org/drawingml/2006/main">
            <a:pPr marL="0" lvl="0" indent="0" algn="ctr">
              <a:lnSpc>
                <a:spcPts val="2240"/>
              </a:lnSpc>
              <a:spcBef>
                <a:spcPct val="0"/>
              </a:spcBef>
              <a:buNone/>
            </a:pPr>
            <a:r>
              <a:rPr sz="1600">
                <a:solidFill>
                  <a:srgbClr val="FFFFFF"/>
                </a:solidFill>
                <a:latin typeface="TT Fors"/>
                <a:ea typeface="TT Fors"/>
                <a:cs typeface="TT Fors"/>
              </a:rPr>
              <a:t>dan asal datanya jelas.</a:t>
            </a:r>
          </a:p>
        </p:txBody>
      </p:sp>
      <p:sp>
        <p:nvSpPr>
          <p:cNvPr id="39" name="Freeform 39">
            <a:extLst xmlns:a="http://schemas.openxmlformats.org/drawingml/2006/main">
              <a:ext uri="{FF2B5EF4-FFF2-40B4-BE49-F238E27FC236}">
                <a16:creationId xmlns:a16="http://schemas.microsoft.com/office/drawing/2014/main" id="{4305548C-E88A-4B5E-9D09-A75567EE3B3B}"/>
              </a:ext>
            </a:extLst>
          </p:cNvPr>
          <p:cNvSpPr>
            <a:spLocks xmlns:a="http://schemas.openxmlformats.org/drawingml/2006/main" noGrp="1"/>
          </p:cNvSpPr>
          <p:nvPr/>
        </p:nvSpPr>
        <p:spPr>
          <a:xfrm xmlns:a="http://schemas.openxmlformats.org/drawingml/2006/main" rot="0" flipH="0" flipV="0">
            <a:off x="12881392" y="2447846"/>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122359"/>
          </a:solidFill>
        </p:spPr>
      </p:sp>
      <p:sp>
        <p:nvSpPr>
          <p:cNvPr id="40" name="TextBox 40">
            <a:extLst xmlns:a="http://schemas.openxmlformats.org/drawingml/2006/main">
              <a:ext uri="{FF2B5EF4-FFF2-40B4-BE49-F238E27FC236}">
                <a16:creationId xmlns:a16="http://schemas.microsoft.com/office/drawing/2014/main" id="{4354AF28-C5D9-48C6-BD1C-7837063EA136}"/>
              </a:ext>
            </a:extLst>
          </p:cNvPr>
          <p:cNvSpPr>
            <a:spLocks xmlns:a="http://schemas.openxmlformats.org/drawingml/2006/main" noGrp="1"/>
          </p:cNvSpPr>
          <p:nvPr/>
        </p:nvSpPr>
        <p:spPr>
          <a:xfrm xmlns:a="http://schemas.openxmlformats.org/drawingml/2006/main" rot="0" flipH="0" flipV="0">
            <a:off x="12881392" y="2303186"/>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FFFFFF"/>
                </a:solidFill>
                <a:latin typeface="TT Fors"/>
                <a:ea typeface="TT Fors"/>
                <a:cs typeface="TT Fors"/>
              </a:rPr>
              <a:t>Catat tie, gap nol, dan gap</a:t>
            </a:r>
          </a:p>
          <a:p xmlns:a="http://schemas.openxmlformats.org/drawingml/2006/main">
            <a:pPr marL="0" lvl="0" indent="0" algn="ctr">
              <a:lnSpc>
                <a:spcPts val="2240"/>
              </a:lnSpc>
              <a:spcBef>
                <a:spcPct val="0"/>
              </a:spcBef>
              <a:buNone/>
            </a:pPr>
            <a:r>
              <a:rPr sz="1600">
                <a:solidFill>
                  <a:srgbClr val="FFFFFF"/>
                </a:solidFill>
                <a:latin typeface="TT Fors"/>
                <a:ea typeface="TT Fors"/>
                <a:cs typeface="TT Fors"/>
              </a:rPr>
              <a:t>negatif secara terpisah.</a:t>
            </a:r>
          </a:p>
        </p:txBody>
      </p:sp>
      <p:sp>
        <p:nvSpPr>
          <p:cNvPr id="42" name="Freeform 42">
            <a:extLst xmlns:a="http://schemas.openxmlformats.org/drawingml/2006/main">
              <a:ext uri="{FF2B5EF4-FFF2-40B4-BE49-F238E27FC236}">
                <a16:creationId xmlns:a16="http://schemas.microsoft.com/office/drawing/2014/main" id="{E8A4930C-1A47-4917-8496-7E29BDE0A9C6}"/>
              </a:ext>
            </a:extLst>
          </p:cNvPr>
          <p:cNvSpPr>
            <a:spLocks xmlns:a="http://schemas.openxmlformats.org/drawingml/2006/main" noGrp="1"/>
          </p:cNvSpPr>
          <p:nvPr/>
        </p:nvSpPr>
        <p:spPr>
          <a:xfrm xmlns:a="http://schemas.openxmlformats.org/drawingml/2006/main" rot="0" flipH="0" flipV="0">
            <a:off x="12881392" y="4006209"/>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3E6398"/>
          </a:solidFill>
        </p:spPr>
      </p:sp>
      <p:sp>
        <p:nvSpPr>
          <p:cNvPr id="43" name="TextBox 43">
            <a:extLst xmlns:a="http://schemas.openxmlformats.org/drawingml/2006/main">
              <a:ext uri="{FF2B5EF4-FFF2-40B4-BE49-F238E27FC236}">
                <a16:creationId xmlns:a16="http://schemas.microsoft.com/office/drawing/2014/main" id="{B1059E21-716B-41C0-90CA-B0CA9C5DE268}"/>
              </a:ext>
            </a:extLst>
          </p:cNvPr>
          <p:cNvSpPr>
            <a:spLocks xmlns:a="http://schemas.openxmlformats.org/drawingml/2006/main" noGrp="1"/>
          </p:cNvSpPr>
          <p:nvPr/>
        </p:nvSpPr>
        <p:spPr>
          <a:xfrm xmlns:a="http://schemas.openxmlformats.org/drawingml/2006/main" rot="0" flipH="0" flipV="0">
            <a:off x="12881392" y="3861549"/>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FFFFFF"/>
                </a:solidFill>
                <a:latin typeface="TT Fors"/>
                <a:ea typeface="TT Fors"/>
                <a:cs typeface="TT Fors"/>
              </a:rPr>
              <a:t>Gunakan split dan seed yang</a:t>
            </a:r>
          </a:p>
          <a:p xmlns:a="http://schemas.openxmlformats.org/drawingml/2006/main">
            <a:pPr marL="0" lvl="0" indent="0" algn="ctr">
              <a:lnSpc>
                <a:spcPts val="2240"/>
              </a:lnSpc>
              <a:spcBef>
                <a:spcPct val="0"/>
              </a:spcBef>
              <a:buNone/>
            </a:pPr>
            <a:r>
              <a:rPr sz="1600">
                <a:solidFill>
                  <a:srgbClr val="FFFFFF"/>
                </a:solidFill>
                <a:latin typeface="TT Fors"/>
                <a:ea typeface="TT Fors"/>
                <a:cs typeface="TT Fors"/>
              </a:rPr>
              <a:t>sama untuk kedua model.</a:t>
            </a:r>
          </a:p>
        </p:txBody>
      </p:sp>
      <p:sp>
        <p:nvSpPr>
          <p:cNvPr id="45" name="Freeform 45">
            <a:extLst xmlns:a="http://schemas.openxmlformats.org/drawingml/2006/main">
              <a:ext uri="{FF2B5EF4-FFF2-40B4-BE49-F238E27FC236}">
                <a16:creationId xmlns:a16="http://schemas.microsoft.com/office/drawing/2014/main" id="{781E9915-CC5E-4253-9FF4-662646B3FC78}"/>
              </a:ext>
            </a:extLst>
          </p:cNvPr>
          <p:cNvSpPr>
            <a:spLocks xmlns:a="http://schemas.openxmlformats.org/drawingml/2006/main" noGrp="1"/>
          </p:cNvSpPr>
          <p:nvPr/>
        </p:nvSpPr>
        <p:spPr>
          <a:xfrm xmlns:a="http://schemas.openxmlformats.org/drawingml/2006/main" rot="0" flipH="0" flipV="0">
            <a:off x="12881392" y="5229657"/>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3E6398"/>
          </a:solidFill>
        </p:spPr>
      </p:sp>
      <p:sp>
        <p:nvSpPr>
          <p:cNvPr id="46" name="TextBox 46">
            <a:extLst xmlns:a="http://schemas.openxmlformats.org/drawingml/2006/main">
              <a:ext uri="{FF2B5EF4-FFF2-40B4-BE49-F238E27FC236}">
                <a16:creationId xmlns:a16="http://schemas.microsoft.com/office/drawing/2014/main" id="{C66AC1D1-7352-482A-BFA1-6D1FBC4C114A}"/>
              </a:ext>
            </a:extLst>
          </p:cNvPr>
          <p:cNvSpPr>
            <a:spLocks xmlns:a="http://schemas.openxmlformats.org/drawingml/2006/main" noGrp="1"/>
          </p:cNvSpPr>
          <p:nvPr/>
        </p:nvSpPr>
        <p:spPr>
          <a:xfrm xmlns:a="http://schemas.openxmlformats.org/drawingml/2006/main" rot="0" flipH="0" flipV="0">
            <a:off x="12881392" y="5084997"/>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FFFFFF"/>
                </a:solidFill>
                <a:latin typeface="TT Fors"/>
                <a:ea typeface="TT Fors"/>
                <a:cs typeface="TT Fors"/>
              </a:rPr>
              <a:t>Fitur hanya memakai informasi</a:t>
            </a:r>
          </a:p>
          <a:p xmlns:a="http://schemas.openxmlformats.org/drawingml/2006/main">
            <a:pPr marL="0" lvl="0" indent="0" algn="ctr">
              <a:lnSpc>
                <a:spcPts val="2240"/>
              </a:lnSpc>
              <a:spcBef>
                <a:spcPct val="0"/>
              </a:spcBef>
              <a:buNone/>
            </a:pPr>
            <a:r>
              <a:rPr sz="1600">
                <a:solidFill>
                  <a:srgbClr val="FFFFFF"/>
                </a:solidFill>
                <a:latin typeface="TT Fors"/>
                <a:ea typeface="TT Fors"/>
                <a:cs typeface="TT Fors"/>
              </a:rPr>
              <a:t>yang sudah ada sebelum target.</a:t>
            </a:r>
          </a:p>
        </p:txBody>
      </p:sp>
      <p:sp>
        <p:nvSpPr>
          <p:cNvPr id="48" name="Freeform 48">
            <a:extLst xmlns:a="http://schemas.openxmlformats.org/drawingml/2006/main">
              <a:ext uri="{FF2B5EF4-FFF2-40B4-BE49-F238E27FC236}">
                <a16:creationId xmlns:a16="http://schemas.microsoft.com/office/drawing/2014/main" id="{4423459E-B840-470D-9145-0B390252BE50}"/>
              </a:ext>
            </a:extLst>
          </p:cNvPr>
          <p:cNvSpPr>
            <a:spLocks xmlns:a="http://schemas.openxmlformats.org/drawingml/2006/main" noGrp="1"/>
          </p:cNvSpPr>
          <p:nvPr/>
        </p:nvSpPr>
        <p:spPr>
          <a:xfrm xmlns:a="http://schemas.openxmlformats.org/drawingml/2006/main" rot="0" flipH="0" flipV="0">
            <a:off x="12881392" y="6788020"/>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F68D56"/>
          </a:solidFill>
        </p:spPr>
      </p:sp>
      <p:sp>
        <p:nvSpPr>
          <p:cNvPr id="49" name="TextBox 49">
            <a:extLst xmlns:a="http://schemas.openxmlformats.org/drawingml/2006/main">
              <a:ext uri="{FF2B5EF4-FFF2-40B4-BE49-F238E27FC236}">
                <a16:creationId xmlns:a16="http://schemas.microsoft.com/office/drawing/2014/main" id="{F2928DF3-0AD1-4BCA-A607-309DBDDFC90A}"/>
              </a:ext>
            </a:extLst>
          </p:cNvPr>
          <p:cNvSpPr>
            <a:spLocks xmlns:a="http://schemas.openxmlformats.org/drawingml/2006/main" noGrp="1"/>
          </p:cNvSpPr>
          <p:nvPr/>
        </p:nvSpPr>
        <p:spPr>
          <a:xfrm xmlns:a="http://schemas.openxmlformats.org/drawingml/2006/main" rot="0" flipH="0" flipV="0">
            <a:off x="12881392" y="6643360"/>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000000"/>
                </a:solidFill>
                <a:latin typeface="TT Fors"/>
                <a:ea typeface="TT Fors"/>
                <a:cs typeface="TT Fors"/>
              </a:rPr>
              <a:t>Bandingkan HR/NDCG per seed,</a:t>
            </a:r>
          </a:p>
          <a:p xmlns:a="http://schemas.openxmlformats.org/drawingml/2006/main">
            <a:pPr marL="0" lvl="0" indent="0" algn="ctr">
              <a:lnSpc>
                <a:spcPts val="2240"/>
              </a:lnSpc>
              <a:spcBef>
                <a:spcPct val="0"/>
              </a:spcBef>
              <a:buNone/>
            </a:pPr>
            <a:r>
              <a:rPr sz="1600">
                <a:solidFill>
                  <a:srgbClr val="000000"/>
                </a:solidFill>
                <a:latin typeface="TT Fors"/>
                <a:ea typeface="TT Fors"/>
                <a:cs typeface="TT Fors"/>
              </a:rPr>
              <a:t>lalu laporkan mean dan variasi.</a:t>
            </a:r>
          </a:p>
        </p:txBody>
      </p:sp>
      <p:sp>
        <p:nvSpPr>
          <p:cNvPr id="51" name="Freeform 51">
            <a:extLst xmlns:a="http://schemas.openxmlformats.org/drawingml/2006/main">
              <a:ext uri="{FF2B5EF4-FFF2-40B4-BE49-F238E27FC236}">
                <a16:creationId xmlns:a16="http://schemas.microsoft.com/office/drawing/2014/main" id="{E28B6701-2BB0-4014-96BC-CFBC21DE04BE}"/>
              </a:ext>
            </a:extLst>
          </p:cNvPr>
          <p:cNvSpPr>
            <a:spLocks xmlns:a="http://schemas.openxmlformats.org/drawingml/2006/main" noGrp="1"/>
          </p:cNvSpPr>
          <p:nvPr/>
        </p:nvSpPr>
        <p:spPr>
          <a:xfrm xmlns:a="http://schemas.openxmlformats.org/drawingml/2006/main" rot="0" flipH="0" flipV="0">
            <a:off x="12881392" y="8011468"/>
            <a:ext cx="3955217" cy="942440"/>
          </a:xfrm>
          <a:custGeom xmlns:a="http://schemas.openxmlformats.org/drawingml/2006/main">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xmlns:a="http://schemas.openxmlformats.org/drawingml/2006/main">
            <a:srgbClr val="F68D56"/>
          </a:solidFill>
        </p:spPr>
      </p:sp>
      <p:sp>
        <p:nvSpPr>
          <p:cNvPr id="52" name="TextBox 52">
            <a:extLst xmlns:a="http://schemas.openxmlformats.org/drawingml/2006/main">
              <a:ext uri="{FF2B5EF4-FFF2-40B4-BE49-F238E27FC236}">
                <a16:creationId xmlns:a16="http://schemas.microsoft.com/office/drawing/2014/main" id="{5AAA9C30-1514-42A2-8A3B-A9EE8340614F}"/>
              </a:ext>
            </a:extLst>
          </p:cNvPr>
          <p:cNvSpPr>
            <a:spLocks xmlns:a="http://schemas.openxmlformats.org/drawingml/2006/main" noGrp="1"/>
          </p:cNvSpPr>
          <p:nvPr/>
        </p:nvSpPr>
        <p:spPr>
          <a:xfrm xmlns:a="http://schemas.openxmlformats.org/drawingml/2006/main" rot="0" flipH="0" flipV="0">
            <a:off x="12881392" y="7866808"/>
            <a:ext cx="3955217" cy="1087100"/>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ts val="2240"/>
              </a:lnSpc>
              <a:buNone/>
            </a:pPr>
            <a:r>
              <a:rPr sz="1600">
                <a:solidFill>
                  <a:srgbClr val="000000"/>
                </a:solidFill>
                <a:latin typeface="TT Fors"/>
                <a:ea typeface="TT Fors"/>
                <a:cs typeface="TT Fors"/>
              </a:rPr>
              <a:t>Simpan konfigurasi, log, dan</a:t>
            </a:r>
          </a:p>
          <a:p xmlns:a="http://schemas.openxmlformats.org/drawingml/2006/main">
            <a:pPr marL="0" lvl="0" indent="0" algn="ctr">
              <a:lnSpc>
                <a:spcPts val="2240"/>
              </a:lnSpc>
              <a:spcBef>
                <a:spcPct val="0"/>
              </a:spcBef>
              <a:buNone/>
            </a:pPr>
            <a:r>
              <a:rPr sz="1600">
                <a:solidFill>
                  <a:srgbClr val="000000"/>
                </a:solidFill>
                <a:latin typeface="TT Fors"/>
                <a:ea typeface="TT Fors"/>
                <a:cs typeface="TT Fors"/>
              </a:rPr>
              <a:t>checkpoint untuk tiap run.</a:t>
            </a:r>
          </a:p>
        </p:txBody>
      </p:sp>
      <p:sp>
        <p:nvSpPr>
          <p:cNvPr id="53" name="Freeform 53">
            <a:extLst xmlns:a="http://schemas.openxmlformats.org/drawingml/2006/main">
              <a:ext uri="{FF2B5EF4-FFF2-40B4-BE49-F238E27FC236}">
                <a16:creationId xmlns:a16="http://schemas.microsoft.com/office/drawing/2014/main" id="{4FB6510B-B962-4822-8C73-FFA55E9CA4E0}"/>
              </a:ext>
            </a:extLst>
          </p:cNvPr>
          <p:cNvSpPr>
            <a:spLocks xmlns:a="http://schemas.openxmlformats.org/drawingml/2006/main" noGrp="1"/>
          </p:cNvSpPr>
          <p:nvPr/>
        </p:nvSpPr>
        <p:spPr>
          <a:xfrm xmlns:a="http://schemas.openxmlformats.org/drawingml/2006/main">
            <a:off x="11320381" y="1695618"/>
            <a:ext cx="1561011" cy="611724"/>
          </a:xfrm>
          <a:custGeom xmlns:a="http://schemas.openxmlformats.org/drawingml/2006/main">
            <a:rect l="l" t="t" r="r" b="b"/>
            <a:pathLst>
              <a:path w="1561011" h="611724">
                <a:moveTo>
                  <a:pt x="0" y="611724"/>
                </a:moveTo>
                <a:lnTo>
                  <a:pt x="534017" y="611724"/>
                </a:lnTo>
                <a:cubicBezTo>
                  <a:pt x="660269" y="611724"/>
                  <a:pt x="762617" y="509376"/>
                  <a:pt x="762617" y="383124"/>
                </a:cubicBezTo>
                <a:lnTo>
                  <a:pt x="762617" y="228600"/>
                </a:lnTo>
                <a:cubicBezTo>
                  <a:pt x="762617" y="102348"/>
                  <a:pt x="864965" y="0"/>
                  <a:pt x="991217" y="0"/>
                </a:cubicBezTo>
                <a:lnTo>
                  <a:pt x="1561011" y="0"/>
                </a:lnTo>
              </a:path>
            </a:pathLst>
          </a:custGeom>
          <a:ln xmlns:a="http://schemas.openxmlformats.org/drawingml/2006/main" w="38100" cap="flat">
            <a:solidFill>
              <a:srgbClr val="A9B4CD"/>
            </a:solidFill>
            <a:prstDash val="solid"/>
            <a:headEnd type="none" w="sm" len="sm"/>
            <a:tailEnd type="none" w="sm" len="sm"/>
          </a:ln>
        </p:spPr>
      </p:sp>
      <p:sp>
        <p:nvSpPr>
          <p:cNvPr id="54" name="Freeform 54">
            <a:extLst xmlns:a="http://schemas.openxmlformats.org/drawingml/2006/main">
              <a:ext uri="{FF2B5EF4-FFF2-40B4-BE49-F238E27FC236}">
                <a16:creationId xmlns:a16="http://schemas.microsoft.com/office/drawing/2014/main" id="{0E87121C-CDE3-4BEE-82F4-68F9F4B7E86B}"/>
              </a:ext>
            </a:extLst>
          </p:cNvPr>
          <p:cNvSpPr>
            <a:spLocks xmlns:a="http://schemas.openxmlformats.org/drawingml/2006/main" noGrp="1"/>
          </p:cNvSpPr>
          <p:nvPr/>
        </p:nvSpPr>
        <p:spPr>
          <a:xfrm xmlns:a="http://schemas.openxmlformats.org/drawingml/2006/main">
            <a:off x="11320381" y="2307342"/>
            <a:ext cx="1561011" cy="611724"/>
          </a:xfrm>
          <a:custGeom xmlns:a="http://schemas.openxmlformats.org/drawingml/2006/main">
            <a:rect l="l" t="t" r="r" b="b"/>
            <a:pathLst>
              <a:path w="1561011" h="611724">
                <a:moveTo>
                  <a:pt x="0" y="0"/>
                </a:moveTo>
                <a:lnTo>
                  <a:pt x="534017" y="0"/>
                </a:lnTo>
                <a:cubicBezTo>
                  <a:pt x="660269" y="0"/>
                  <a:pt x="762617" y="102348"/>
                  <a:pt x="762617" y="228600"/>
                </a:cubicBezTo>
                <a:lnTo>
                  <a:pt x="762617" y="383124"/>
                </a:lnTo>
                <a:cubicBezTo>
                  <a:pt x="762617" y="443752"/>
                  <a:pt x="786702" y="501898"/>
                  <a:pt x="829573" y="544768"/>
                </a:cubicBezTo>
                <a:cubicBezTo>
                  <a:pt x="872443" y="587639"/>
                  <a:pt x="930588" y="611724"/>
                  <a:pt x="991217" y="611724"/>
                </a:cubicBezTo>
                <a:lnTo>
                  <a:pt x="1561011" y="611724"/>
                </a:lnTo>
              </a:path>
            </a:pathLst>
          </a:custGeom>
          <a:ln xmlns:a="http://schemas.openxmlformats.org/drawingml/2006/main" w="38100" cap="flat">
            <a:solidFill>
              <a:srgbClr val="A9B4CD"/>
            </a:solidFill>
            <a:prstDash val="solid"/>
            <a:headEnd type="none" w="sm" len="sm"/>
            <a:tailEnd type="none" w="sm" len="sm"/>
          </a:ln>
        </p:spPr>
      </p:sp>
      <p:sp>
        <p:nvSpPr>
          <p:cNvPr id="55" name="Freeform 55">
            <a:extLst xmlns:a="http://schemas.openxmlformats.org/drawingml/2006/main">
              <a:ext uri="{FF2B5EF4-FFF2-40B4-BE49-F238E27FC236}">
                <a16:creationId xmlns:a16="http://schemas.microsoft.com/office/drawing/2014/main" id="{49C6DCF8-6267-4DBA-B640-3A7D9BB7ED2B}"/>
              </a:ext>
            </a:extLst>
          </p:cNvPr>
          <p:cNvSpPr>
            <a:spLocks xmlns:a="http://schemas.openxmlformats.org/drawingml/2006/main" noGrp="1"/>
          </p:cNvSpPr>
          <p:nvPr/>
        </p:nvSpPr>
        <p:spPr>
          <a:xfrm xmlns:a="http://schemas.openxmlformats.org/drawingml/2006/main">
            <a:off x="11320381" y="4477429"/>
            <a:ext cx="1561011" cy="605561"/>
          </a:xfrm>
          <a:custGeom xmlns:a="http://schemas.openxmlformats.org/drawingml/2006/main">
            <a:rect l="l" t="t" r="r" b="b"/>
            <a:pathLst>
              <a:path w="1561011" h="605561">
                <a:moveTo>
                  <a:pt x="0" y="605562"/>
                </a:moveTo>
                <a:lnTo>
                  <a:pt x="534017" y="605562"/>
                </a:lnTo>
                <a:cubicBezTo>
                  <a:pt x="660269" y="605562"/>
                  <a:pt x="762617" y="503214"/>
                  <a:pt x="762617" y="376962"/>
                </a:cubicBezTo>
                <a:lnTo>
                  <a:pt x="762617" y="228600"/>
                </a:lnTo>
                <a:cubicBezTo>
                  <a:pt x="762617" y="102348"/>
                  <a:pt x="864965" y="0"/>
                  <a:pt x="991217" y="0"/>
                </a:cubicBezTo>
                <a:lnTo>
                  <a:pt x="1561011" y="0"/>
                </a:lnTo>
              </a:path>
            </a:pathLst>
          </a:custGeom>
          <a:ln xmlns:a="http://schemas.openxmlformats.org/drawingml/2006/main" w="38100" cap="flat">
            <a:solidFill>
              <a:srgbClr val="A9B4CD"/>
            </a:solidFill>
            <a:prstDash val="solid"/>
            <a:headEnd type="none" w="sm" len="sm"/>
            <a:tailEnd type="none" w="sm" len="sm"/>
          </a:ln>
        </p:spPr>
      </p:sp>
      <p:sp>
        <p:nvSpPr>
          <p:cNvPr id="56" name="Freeform 56">
            <a:extLst xmlns:a="http://schemas.openxmlformats.org/drawingml/2006/main">
              <a:ext uri="{FF2B5EF4-FFF2-40B4-BE49-F238E27FC236}">
                <a16:creationId xmlns:a16="http://schemas.microsoft.com/office/drawing/2014/main" id="{B8EB2BE9-E4F4-4946-99DC-9C56667C971D}"/>
              </a:ext>
            </a:extLst>
          </p:cNvPr>
          <p:cNvSpPr>
            <a:spLocks xmlns:a="http://schemas.openxmlformats.org/drawingml/2006/main" noGrp="1"/>
          </p:cNvSpPr>
          <p:nvPr/>
        </p:nvSpPr>
        <p:spPr>
          <a:xfrm xmlns:a="http://schemas.openxmlformats.org/drawingml/2006/main">
            <a:off x="11320381" y="7259240"/>
            <a:ext cx="1561011" cy="599400"/>
          </a:xfrm>
          <a:custGeom xmlns:a="http://schemas.openxmlformats.org/drawingml/2006/main">
            <a:rect l="l" t="t" r="r" b="b"/>
            <a:pathLst>
              <a:path w="1561011" h="599400">
                <a:moveTo>
                  <a:pt x="0" y="599400"/>
                </a:moveTo>
                <a:lnTo>
                  <a:pt x="534017" y="599400"/>
                </a:lnTo>
                <a:cubicBezTo>
                  <a:pt x="594646" y="599400"/>
                  <a:pt x="652791" y="575315"/>
                  <a:pt x="695662" y="532444"/>
                </a:cubicBezTo>
                <a:cubicBezTo>
                  <a:pt x="738533" y="489574"/>
                  <a:pt x="762617" y="431429"/>
                  <a:pt x="762617" y="370800"/>
                </a:cubicBezTo>
                <a:lnTo>
                  <a:pt x="762617" y="228600"/>
                </a:lnTo>
                <a:cubicBezTo>
                  <a:pt x="762617" y="167971"/>
                  <a:pt x="786702" y="109826"/>
                  <a:pt x="829573" y="66955"/>
                </a:cubicBezTo>
                <a:cubicBezTo>
                  <a:pt x="872443" y="24084"/>
                  <a:pt x="930588" y="0"/>
                  <a:pt x="991217" y="0"/>
                </a:cubicBezTo>
                <a:lnTo>
                  <a:pt x="1561011" y="0"/>
                </a:lnTo>
              </a:path>
            </a:pathLst>
          </a:custGeom>
          <a:ln xmlns:a="http://schemas.openxmlformats.org/drawingml/2006/main" w="38100" cap="flat">
            <a:solidFill>
              <a:srgbClr val="A9B4CD"/>
            </a:solidFill>
            <a:prstDash val="solid"/>
            <a:headEnd type="none" w="sm" len="sm"/>
            <a:tailEnd type="none" w="sm" len="sm"/>
          </a:ln>
        </p:spPr>
      </p:sp>
      <p:sp>
        <p:nvSpPr>
          <p:cNvPr id="57" name="Freeform 57">
            <a:extLst xmlns:a="http://schemas.openxmlformats.org/drawingml/2006/main">
              <a:ext uri="{FF2B5EF4-FFF2-40B4-BE49-F238E27FC236}">
                <a16:creationId xmlns:a16="http://schemas.microsoft.com/office/drawing/2014/main" id="{61A04782-0504-4794-BAB6-939435332E9C}"/>
              </a:ext>
            </a:extLst>
          </p:cNvPr>
          <p:cNvSpPr>
            <a:spLocks xmlns:a="http://schemas.openxmlformats.org/drawingml/2006/main" noGrp="1"/>
          </p:cNvSpPr>
          <p:nvPr/>
        </p:nvSpPr>
        <p:spPr>
          <a:xfrm xmlns:a="http://schemas.openxmlformats.org/drawingml/2006/main">
            <a:off x="11320381" y="5082991"/>
            <a:ext cx="1561011" cy="617886"/>
          </a:xfrm>
          <a:custGeom xmlns:a="http://schemas.openxmlformats.org/drawingml/2006/main">
            <a:rect l="l" t="t" r="r" b="b"/>
            <a:pathLst>
              <a:path w="1561011" h="617886">
                <a:moveTo>
                  <a:pt x="0" y="0"/>
                </a:moveTo>
                <a:lnTo>
                  <a:pt x="534017" y="0"/>
                </a:lnTo>
                <a:cubicBezTo>
                  <a:pt x="660269" y="0"/>
                  <a:pt x="762617" y="102347"/>
                  <a:pt x="762617" y="228600"/>
                </a:cubicBezTo>
                <a:lnTo>
                  <a:pt x="762617" y="389286"/>
                </a:lnTo>
                <a:cubicBezTo>
                  <a:pt x="762617" y="515538"/>
                  <a:pt x="864965" y="617886"/>
                  <a:pt x="991217" y="617886"/>
                </a:cubicBezTo>
                <a:lnTo>
                  <a:pt x="1561011" y="617886"/>
                </a:lnTo>
              </a:path>
            </a:pathLst>
          </a:custGeom>
          <a:ln xmlns:a="http://schemas.openxmlformats.org/drawingml/2006/main" w="38100" cap="flat">
            <a:solidFill>
              <a:srgbClr val="A9B4CD"/>
            </a:solidFill>
            <a:prstDash val="solid"/>
            <a:headEnd type="none" w="sm" len="sm"/>
            <a:tailEnd type="none" w="sm" len="sm"/>
          </a:ln>
        </p:spPr>
      </p:sp>
      <p:sp>
        <p:nvSpPr>
          <p:cNvPr id="58" name="Freeform 58">
            <a:extLst xmlns:a="http://schemas.openxmlformats.org/drawingml/2006/main">
              <a:ext uri="{FF2B5EF4-FFF2-40B4-BE49-F238E27FC236}">
                <a16:creationId xmlns:a16="http://schemas.microsoft.com/office/drawing/2014/main" id="{0DB34954-7FEC-4DDE-8AE3-73DD3CBAF04C}"/>
              </a:ext>
            </a:extLst>
          </p:cNvPr>
          <p:cNvSpPr>
            <a:spLocks xmlns:a="http://schemas.openxmlformats.org/drawingml/2006/main" noGrp="1"/>
          </p:cNvSpPr>
          <p:nvPr/>
        </p:nvSpPr>
        <p:spPr>
          <a:xfrm xmlns:a="http://schemas.openxmlformats.org/drawingml/2006/main">
            <a:off x="11320381" y="7858640"/>
            <a:ext cx="1561011" cy="624048"/>
          </a:xfrm>
          <a:custGeom xmlns:a="http://schemas.openxmlformats.org/drawingml/2006/main">
            <a:rect l="l" t="t" r="r" b="b"/>
            <a:pathLst>
              <a:path w="1561011" h="624048">
                <a:moveTo>
                  <a:pt x="0" y="0"/>
                </a:moveTo>
                <a:lnTo>
                  <a:pt x="534017" y="0"/>
                </a:lnTo>
                <a:cubicBezTo>
                  <a:pt x="660269" y="0"/>
                  <a:pt x="762617" y="102348"/>
                  <a:pt x="762617" y="228600"/>
                </a:cubicBezTo>
                <a:lnTo>
                  <a:pt x="762617" y="395448"/>
                </a:lnTo>
                <a:cubicBezTo>
                  <a:pt x="762617" y="521700"/>
                  <a:pt x="864965" y="624048"/>
                  <a:pt x="991217" y="624048"/>
                </a:cubicBezTo>
                <a:lnTo>
                  <a:pt x="1561011" y="624048"/>
                </a:lnTo>
              </a:path>
            </a:pathLst>
          </a:custGeom>
          <a:ln xmlns:a="http://schemas.openxmlformats.org/drawingml/2006/main" w="38100" cap="flat">
            <a:solidFill>
              <a:srgbClr val="A9B4CD"/>
            </a:solidFill>
            <a:prstDash val="solid"/>
            <a:headEnd type="none" w="sm" len="sm"/>
            <a:tailEnd type="none" w="sm" len="sm"/>
          </a:ln>
        </p:spPr>
      </p:sp>
      <p:sp>
        <p:nvSpPr>
          <p:cNvPr id="59" name="Freeform 59">
            <a:extLst xmlns:a="http://schemas.openxmlformats.org/drawingml/2006/main">
              <a:ext uri="{FF2B5EF4-FFF2-40B4-BE49-F238E27FC236}">
                <a16:creationId xmlns:a16="http://schemas.microsoft.com/office/drawing/2014/main" id="{4AECE7A2-4FA5-47A1-84E4-46E87BC3D06F}"/>
              </a:ext>
            </a:extLst>
          </p:cNvPr>
          <p:cNvSpPr>
            <a:spLocks xmlns:a="http://schemas.openxmlformats.org/drawingml/2006/main" noGrp="1"/>
          </p:cNvSpPr>
          <p:nvPr/>
        </p:nvSpPr>
        <p:spPr>
          <a:xfrm xmlns:a="http://schemas.openxmlformats.org/drawingml/2006/main" rot="0" flipH="0" flipV="0">
            <a:off x="6147008" y="1959539"/>
            <a:ext cx="695606" cy="695606"/>
          </a:xfrm>
          <a:custGeom xmlns:a="http://schemas.openxmlformats.org/drawingml/2006/main">
            <a:rect l="l" t="t" r="r" b="b"/>
            <a:pathLst>
              <a:path w="695606" h="695606">
                <a:moveTo>
                  <a:pt x="0" y="0"/>
                </a:moveTo>
                <a:lnTo>
                  <a:pt x="695606" y="0"/>
                </a:lnTo>
                <a:lnTo>
                  <a:pt x="695606" y="695606"/>
                </a:lnTo>
                <a:lnTo>
                  <a:pt x="0" y="695606"/>
                </a:lnTo>
                <a:lnTo>
                  <a:pt x="0" y="0"/>
                </a:lnTo>
                <a:close/>
              </a:path>
            </a:pathLst>
          </a:custGeom>
          <a:blipFill xmlns:a="http://schemas.openxmlformats.org/drawingml/2006/main">
            <a:blip xmlns:r="http://schemas.openxmlformats.org/officeDocument/2006/relationships" r:embed="Rd4900b67ca0041c1">
              <a:extLst>
                <a:ext uri="{96DAC541-7B7A-43D3-8B79-37D633B846F1}">
                  <asvg:svgBlip xmlns:asvg="http://schemas.microsoft.com/office/drawing/2016/SVG/main" r:embed="R21239ea85fe3493a"/>
                </a:ext>
              </a:extLst>
            </a:blip>
            <a:stretch>
              <a:fillRect l="0" t="0" r="0" b="0"/>
            </a:stretch>
          </a:blipFill>
        </p:spPr>
      </p:sp>
      <p:sp>
        <p:nvSpPr>
          <p:cNvPr id="60" name="Freeform 60">
            <a:extLst xmlns:a="http://schemas.openxmlformats.org/drawingml/2006/main">
              <a:ext uri="{FF2B5EF4-FFF2-40B4-BE49-F238E27FC236}">
                <a16:creationId xmlns:a16="http://schemas.microsoft.com/office/drawing/2014/main" id="{3BC78E32-1CF9-42EB-A0CD-7BD5E2377E5F}"/>
              </a:ext>
            </a:extLst>
          </p:cNvPr>
          <p:cNvSpPr>
            <a:spLocks xmlns:a="http://schemas.openxmlformats.org/drawingml/2006/main" noGrp="1"/>
          </p:cNvSpPr>
          <p:nvPr/>
        </p:nvSpPr>
        <p:spPr>
          <a:xfrm xmlns:a="http://schemas.openxmlformats.org/drawingml/2006/main" rot="0" flipH="0" flipV="0">
            <a:off x="6165539" y="7529368"/>
            <a:ext cx="658543" cy="658543"/>
          </a:xfrm>
          <a:custGeom xmlns:a="http://schemas.openxmlformats.org/drawingml/2006/main">
            <a:rect l="l" t="t" r="r" b="b"/>
            <a:pathLst>
              <a:path w="658543" h="658543">
                <a:moveTo>
                  <a:pt x="0" y="0"/>
                </a:moveTo>
                <a:lnTo>
                  <a:pt x="658544" y="0"/>
                </a:lnTo>
                <a:lnTo>
                  <a:pt x="658544" y="658543"/>
                </a:lnTo>
                <a:lnTo>
                  <a:pt x="0" y="658543"/>
                </a:lnTo>
                <a:lnTo>
                  <a:pt x="0" y="0"/>
                </a:lnTo>
                <a:close/>
              </a:path>
            </a:pathLst>
          </a:custGeom>
          <a:blipFill xmlns:a="http://schemas.openxmlformats.org/drawingml/2006/main">
            <a:blip xmlns:r="http://schemas.openxmlformats.org/officeDocument/2006/relationships" r:embed="R7c0c2579e7204a10">
              <a:extLst>
                <a:ext uri="{96DAC541-7B7A-43D3-8B79-37D633B846F1}">
                  <asvg:svgBlip xmlns:asvg="http://schemas.microsoft.com/office/drawing/2016/SVG/main" r:embed="R9373393c67fc4f89"/>
                </a:ext>
              </a:extLst>
            </a:blip>
            <a:stretch>
              <a:fillRect l="0" t="0" r="0" b="0"/>
            </a:stretch>
          </a:blipFill>
        </p:spPr>
      </p:sp>
      <p:sp>
        <p:nvSpPr>
          <p:cNvPr id="61" name="Freeform 61">
            <a:extLst xmlns:a="http://schemas.openxmlformats.org/drawingml/2006/main">
              <a:ext uri="{FF2B5EF4-FFF2-40B4-BE49-F238E27FC236}">
                <a16:creationId xmlns:a16="http://schemas.microsoft.com/office/drawing/2014/main" id="{EEF67424-18BB-4D37-AAB3-37EB01374DEA}"/>
              </a:ext>
            </a:extLst>
          </p:cNvPr>
          <p:cNvSpPr>
            <a:spLocks xmlns:a="http://schemas.openxmlformats.org/drawingml/2006/main" noGrp="1"/>
          </p:cNvSpPr>
          <p:nvPr/>
        </p:nvSpPr>
        <p:spPr>
          <a:xfrm xmlns:a="http://schemas.openxmlformats.org/drawingml/2006/main" rot="0" flipH="0" flipV="0">
            <a:off x="6147008" y="4735187"/>
            <a:ext cx="695606" cy="695606"/>
          </a:xfrm>
          <a:custGeom xmlns:a="http://schemas.openxmlformats.org/drawingml/2006/main">
            <a:rect l="l" t="t" r="r" b="b"/>
            <a:pathLst>
              <a:path w="695606" h="695606">
                <a:moveTo>
                  <a:pt x="0" y="0"/>
                </a:moveTo>
                <a:lnTo>
                  <a:pt x="695606" y="0"/>
                </a:lnTo>
                <a:lnTo>
                  <a:pt x="695606" y="695607"/>
                </a:lnTo>
                <a:lnTo>
                  <a:pt x="0" y="695607"/>
                </a:lnTo>
                <a:lnTo>
                  <a:pt x="0" y="0"/>
                </a:lnTo>
                <a:close/>
              </a:path>
            </a:pathLst>
          </a:custGeom>
          <a:blipFill xmlns:a="http://schemas.openxmlformats.org/drawingml/2006/main">
            <a:blip xmlns:r="http://schemas.openxmlformats.org/officeDocument/2006/relationships" r:embed="R72ee6efb4a3b4440">
              <a:extLst>
                <a:ext uri="{96DAC541-7B7A-43D3-8B79-37D633B846F1}">
                  <asvg:svgBlip xmlns:asvg="http://schemas.microsoft.com/office/drawing/2016/SVG/main" r:embed="R06c58bf8fc2447ed"/>
                </a:ext>
              </a:extLst>
            </a:blip>
            <a:stretch>
              <a:fillRect l="0" t="0" r="0" b="0"/>
            </a:stretch>
          </a:blipFill>
        </p:spPr>
      </p:sp>
      <p:sp>
        <p:nvSpPr>
          <p:cNvPr id="62" name="TextBox 62">
            <a:extLst xmlns:a="http://schemas.openxmlformats.org/drawingml/2006/main">
              <a:ext uri="{FF2B5EF4-FFF2-40B4-BE49-F238E27FC236}">
                <a16:creationId xmlns:a16="http://schemas.microsoft.com/office/drawing/2014/main" id="{2E0BCAFC-3321-4F07-945D-80B32E0DEC6B}"/>
              </a:ext>
            </a:extLst>
          </p:cNvPr>
          <p:cNvSpPr>
            <a:spLocks xmlns:a="http://schemas.openxmlformats.org/drawingml/2006/main" noGrp="1"/>
          </p:cNvSpPr>
          <p:nvPr/>
        </p:nvSpPr>
        <p:spPr>
          <a:xfrm xmlns:a="http://schemas.openxmlformats.org/drawingml/2006/main" rot="0">
            <a:off x="1123950" y="3443444"/>
            <a:ext cx="3017624" cy="128016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150"/>
            </a:defPPr>
            <a:lvl1pPr>
              <a:defRPr sz="3150"/>
            </a:lvl1pPr>
            <a:lvl2pPr>
              <a:defRPr sz="3150"/>
            </a:lvl2pPr>
            <a:lvl3pPr>
              <a:defRPr sz="3150"/>
            </a:lvl3pPr>
            <a:lvl4pPr>
              <a:defRPr sz="3150"/>
            </a:lvl4pPr>
            <a:lvl5pPr>
              <a:defRPr sz="3150"/>
            </a:lvl5pPr>
            <a:lvl6pPr>
              <a:defRPr sz="3150"/>
            </a:lvl6pPr>
            <a:lvl7pPr>
              <a:defRPr sz="3150"/>
            </a:lvl7pPr>
            <a:lvl8pPr>
              <a:defRPr sz="3150"/>
            </a:lvl8pPr>
            <a:lvl9pPr>
              <a:defRPr sz="3150"/>
            </a:lvl9pPr>
          </a:lstStyle>
          <a:p xmlns:a="http://schemas.openxmlformats.org/drawingml/2006/main">
            <a:pPr algn="l">
              <a:lnSpc>
                <a:spcPts val="5040"/>
              </a:lnSpc>
              <a:spcBef>
                <a:spcPct val="0"/>
              </a:spcBef>
              <a:buNone/>
            </a:pPr>
            <a:r>
              <a:rPr sz="3150" b="1">
                <a:solidFill>
                  <a:srgbClr val="112F8D"/>
                </a:solidFill>
                <a:latin typeface="TT Fors Bold"/>
                <a:ea typeface="TT Fors Bold"/>
                <a:cs typeface="TT Fors Bold"/>
              </a:rPr>
              <a:t>Rancangan Eksperimen CP2</a:t>
            </a:r>
          </a:p>
        </p:txBody>
      </p:sp>
      <p:sp>
        <p:nvSpPr>
          <p:cNvPr id="63" name="TextBox 63">
            <a:extLst xmlns:a="http://schemas.openxmlformats.org/drawingml/2006/main">
              <a:ext uri="{FF2B5EF4-FFF2-40B4-BE49-F238E27FC236}">
                <a16:creationId xmlns:a16="http://schemas.microsoft.com/office/drawing/2014/main" id="{3181D293-5160-4E4A-9439-A41A54221420}"/>
              </a:ext>
            </a:extLst>
          </p:cNvPr>
          <p:cNvSpPr>
            <a:spLocks xmlns:a="http://schemas.openxmlformats.org/drawingml/2006/main" noGrp="1"/>
          </p:cNvSpPr>
          <p:nvPr/>
        </p:nvSpPr>
        <p:spPr>
          <a:xfrm xmlns:a="http://schemas.openxmlformats.org/drawingml/2006/main" rot="0">
            <a:off x="1123950" y="5546919"/>
            <a:ext cx="3017624" cy="112014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algn="l">
              <a:lnSpc>
                <a:spcPts val="2940"/>
              </a:lnSpc>
              <a:spcBef>
                <a:spcPct val="0"/>
              </a:spcBef>
              <a:buNone/>
            </a:pPr>
            <a:r>
              <a:rPr sz="1650">
                <a:solidFill>
                  <a:srgbClr val="000000"/>
                </a:solidFill>
                <a:latin typeface="TT Fors"/>
                <a:ea typeface="TT Fors"/>
                <a:cs typeface="TT Fors"/>
              </a:rPr>
              <a:t>Novelty timestamp masih hipotesis; belum menjadi hasil eksperimen</a:t>
            </a:r>
          </a:p>
        </p:txBody>
      </p:sp>
      <p:sp>
        <p:nvSpPr>
          <p:cNvPr id="64" name="TextBox 64">
            <a:extLst xmlns:a="http://schemas.openxmlformats.org/drawingml/2006/main">
              <a:ext uri="{FF2B5EF4-FFF2-40B4-BE49-F238E27FC236}">
                <a16:creationId xmlns:a16="http://schemas.microsoft.com/office/drawing/2014/main" id="{FDF752B7-01C1-40D2-8471-45087767B714}"/>
              </a:ext>
            </a:extLst>
          </p:cNvPr>
          <p:cNvSpPr>
            <a:spLocks xmlns:a="http://schemas.openxmlformats.org/drawingml/2006/main" noGrp="1"/>
          </p:cNvSpPr>
          <p:nvPr/>
        </p:nvSpPr>
        <p:spPr>
          <a:xfrm xmlns:a="http://schemas.openxmlformats.org/drawingml/2006/main" rot="0">
            <a:off x="7642964" y="2188847"/>
            <a:ext cx="3366572"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Apakah fitur waktu dari histori membantu memprediksi item berikutnya?</a:t>
            </a:r>
          </a:p>
        </p:txBody>
      </p:sp>
      <p:sp>
        <p:nvSpPr>
          <p:cNvPr id="65" name="TextBox 65">
            <a:extLst xmlns:a="http://schemas.openxmlformats.org/drawingml/2006/main">
              <a:ext uri="{FF2B5EF4-FFF2-40B4-BE49-F238E27FC236}">
                <a16:creationId xmlns:a16="http://schemas.microsoft.com/office/drawing/2014/main" id="{DB10C35E-D86B-4E8F-821B-ABF8D6BF0455}"/>
              </a:ext>
            </a:extLst>
          </p:cNvPr>
          <p:cNvSpPr>
            <a:spLocks xmlns:a="http://schemas.openxmlformats.org/drawingml/2006/main" noGrp="1"/>
          </p:cNvSpPr>
          <p:nvPr/>
        </p:nvSpPr>
        <p:spPr>
          <a:xfrm xmlns:a="http://schemas.openxmlformats.org/drawingml/2006/main" rot="0">
            <a:off x="7642964" y="4941393"/>
            <a:ext cx="3366572"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Bandingkan BSARec vanilla dengan varian time-aware pada kondisi terkontrol.</a:t>
            </a:r>
          </a:p>
        </p:txBody>
      </p:sp>
      <p:sp>
        <p:nvSpPr>
          <p:cNvPr id="66" name="TextBox 66">
            <a:extLst xmlns:a="http://schemas.openxmlformats.org/drawingml/2006/main">
              <a:ext uri="{FF2B5EF4-FFF2-40B4-BE49-F238E27FC236}">
                <a16:creationId xmlns:a16="http://schemas.microsoft.com/office/drawing/2014/main" id="{E146FEB1-9C52-4DD4-AD24-90F77851A939}"/>
              </a:ext>
            </a:extLst>
          </p:cNvPr>
          <p:cNvSpPr>
            <a:spLocks xmlns:a="http://schemas.openxmlformats.org/drawingml/2006/main" noGrp="1"/>
          </p:cNvSpPr>
          <p:nvPr/>
        </p:nvSpPr>
        <p:spPr>
          <a:xfrm xmlns:a="http://schemas.openxmlformats.org/drawingml/2006/main" rot="0">
            <a:off x="7642964" y="1805942"/>
            <a:ext cx="3366572"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Pertanyaan</a:t>
            </a:r>
          </a:p>
        </p:txBody>
      </p:sp>
      <p:sp>
        <p:nvSpPr>
          <p:cNvPr id="67" name="TextBox 67">
            <a:extLst xmlns:a="http://schemas.openxmlformats.org/drawingml/2006/main">
              <a:ext uri="{FF2B5EF4-FFF2-40B4-BE49-F238E27FC236}">
                <a16:creationId xmlns:a16="http://schemas.microsoft.com/office/drawing/2014/main" id="{C552E2A7-AEA7-4B7B-8125-4A3959ED08DC}"/>
              </a:ext>
            </a:extLst>
          </p:cNvPr>
          <p:cNvSpPr>
            <a:spLocks xmlns:a="http://schemas.openxmlformats.org/drawingml/2006/main" noGrp="1"/>
          </p:cNvSpPr>
          <p:nvPr/>
        </p:nvSpPr>
        <p:spPr>
          <a:xfrm xmlns:a="http://schemas.openxmlformats.org/drawingml/2006/main" rot="0">
            <a:off x="7642964" y="4558488"/>
            <a:ext cx="3366572"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Desain Uji</a:t>
            </a:r>
          </a:p>
        </p:txBody>
      </p:sp>
      <p:sp>
        <p:nvSpPr>
          <p:cNvPr id="68" name="TextBox 68">
            <a:extLst xmlns:a="http://schemas.openxmlformats.org/drawingml/2006/main">
              <a:ext uri="{FF2B5EF4-FFF2-40B4-BE49-F238E27FC236}">
                <a16:creationId xmlns:a16="http://schemas.microsoft.com/office/drawing/2014/main" id="{7E33B249-48D9-43FF-BD99-C65A911ADF2A}"/>
              </a:ext>
            </a:extLst>
          </p:cNvPr>
          <p:cNvSpPr>
            <a:spLocks xmlns:a="http://schemas.openxmlformats.org/drawingml/2006/main" noGrp="1"/>
          </p:cNvSpPr>
          <p:nvPr/>
        </p:nvSpPr>
        <p:spPr>
          <a:xfrm xmlns:a="http://schemas.openxmlformats.org/drawingml/2006/main" rot="0">
            <a:off x="7642964" y="7642244"/>
            <a:ext cx="3366572" cy="5687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l">
              <a:lnSpc>
                <a:spcPts val="2239"/>
              </a:lnSpc>
              <a:spcBef>
                <a:spcPct val="0"/>
              </a:spcBef>
              <a:buNone/>
            </a:pPr>
            <a:r>
              <a:rPr sz="1350">
                <a:solidFill>
                  <a:srgbClr val="000000"/>
                </a:solidFill>
                <a:latin typeface="TT Fors"/>
                <a:ea typeface="TT Fors"/>
                <a:cs typeface="TT Fors"/>
              </a:rPr>
              <a:t>Simpulkan gain, tidak ada gain, atau bukti waktu tidak valid—sesuai hasil.</a:t>
            </a:r>
          </a:p>
        </p:txBody>
      </p:sp>
      <p:sp>
        <p:nvSpPr>
          <p:cNvPr id="69" name="TextBox 69">
            <a:extLst xmlns:a="http://schemas.openxmlformats.org/drawingml/2006/main">
              <a:ext uri="{FF2B5EF4-FFF2-40B4-BE49-F238E27FC236}">
                <a16:creationId xmlns:a16="http://schemas.microsoft.com/office/drawing/2014/main" id="{F9E50B43-CA96-4F30-B642-3EA82B7FDD5C}"/>
              </a:ext>
            </a:extLst>
          </p:cNvPr>
          <p:cNvSpPr>
            <a:spLocks xmlns:a="http://schemas.openxmlformats.org/drawingml/2006/main" noGrp="1"/>
          </p:cNvSpPr>
          <p:nvPr/>
        </p:nvSpPr>
        <p:spPr>
          <a:xfrm xmlns:a="http://schemas.openxmlformats.org/drawingml/2006/main" rot="0">
            <a:off x="7642964" y="7259339"/>
            <a:ext cx="3366572"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519"/>
              </a:lnSpc>
              <a:spcBef>
                <a:spcPct val="0"/>
              </a:spcBef>
              <a:buNone/>
            </a:pPr>
            <a:r>
              <a:rPr sz="1799" b="1">
                <a:solidFill>
                  <a:srgbClr val="000000"/>
                </a:solidFill>
                <a:latin typeface="TT Fors Bold"/>
                <a:ea typeface="TT Fors Bold"/>
                <a:cs typeface="TT Fors Bold"/>
              </a:rPr>
              <a:t>Keputusan</a:t>
            </a:r>
          </a:p>
        </p:txBody>
      </p:sp>
    </p:spTree>
    <p:extLst>
      <p:ext uri="{BB962C8B-B14F-4D97-AF65-F5344CB8AC3E}">
        <p14:creationId xmlns:p14="http://schemas.microsoft.com/office/powerpoint/2010/main" val="1137098626"/>
      </p:ext>
    </p:extLst>
  </p:cSld>
</p:sld>
</file>

<file path=ppt/slides/slide9.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9E7B895-A97C-4261-B244-BF0636C8FD64}"/>
              </a:ext>
            </a:extLst>
          </p:cNvPr>
          <p:cNvSpPr>
            <a:spLocks xmlns:a="http://schemas.openxmlformats.org/drawingml/2006/main" noGrp="1"/>
          </p:cNvSpPr>
          <p:nvPr/>
        </p:nvSpPr>
        <p:spPr>
          <a:xfrm xmlns:a="http://schemas.openxmlformats.org/drawingml/2006/main" rot="5400000" flipH="0" flipV="0">
            <a:off x="6513677" y="2408042"/>
            <a:ext cx="5260647" cy="10521294"/>
          </a:xfrm>
          <a:custGeom xmlns:a="http://schemas.openxmlformats.org/drawingml/2006/main">
            <a:rect l="l" t="t" r="r" b="b"/>
            <a:pathLst>
              <a:path w="5260647" h="10521294">
                <a:moveTo>
                  <a:pt x="0" y="0"/>
                </a:moveTo>
                <a:lnTo>
                  <a:pt x="5260646" y="0"/>
                </a:lnTo>
                <a:lnTo>
                  <a:pt x="5260646" y="10521294"/>
                </a:lnTo>
                <a:lnTo>
                  <a:pt x="0" y="10521294"/>
                </a:lnTo>
                <a:lnTo>
                  <a:pt x="0" y="0"/>
                </a:lnTo>
                <a:close/>
              </a:path>
            </a:pathLst>
          </a:custGeom>
          <a:blipFill xmlns:a="http://schemas.openxmlformats.org/drawingml/2006/main">
            <a:blip xmlns:r="http://schemas.openxmlformats.org/officeDocument/2006/relationships" r:embed="Rf71c2b0a118846b9">
              <a:extLst>
                <a:ext uri="{96DAC541-7B7A-43D3-8B79-37D633B846F1}">
                  <asvg:svgBlip xmlns:asvg="http://schemas.microsoft.com/office/drawing/2016/SVG/main" r:embed="Rd3e4393850864c5d"/>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63698281-96DD-41C4-9FA9-712F40B24899}"/>
              </a:ext>
            </a:extLst>
          </p:cNvPr>
          <p:cNvSpPr>
            <a:spLocks xmlns:a="http://schemas.openxmlformats.org/drawingml/2006/main" noGrp="1"/>
          </p:cNvSpPr>
          <p:nvPr/>
        </p:nvSpPr>
        <p:spPr>
          <a:xfrm xmlns:a="http://schemas.openxmlformats.org/drawingml/2006/main" rot="0" flipH="0" flipV="0">
            <a:off x="2404471" y="4766566"/>
            <a:ext cx="3803924" cy="753869"/>
          </a:xfrm>
          <a:custGeom xmlns:a="http://schemas.openxmlformats.org/drawingml/2006/main">
            <a:rect l="l" t="t" r="r" b="b"/>
            <a:pathLst>
              <a:path w="3803924" h="753869">
                <a:moveTo>
                  <a:pt x="0" y="0"/>
                </a:moveTo>
                <a:lnTo>
                  <a:pt x="3803924" y="0"/>
                </a:lnTo>
                <a:lnTo>
                  <a:pt x="3803924" y="753868"/>
                </a:lnTo>
                <a:lnTo>
                  <a:pt x="0" y="753868"/>
                </a:lnTo>
                <a:lnTo>
                  <a:pt x="0" y="0"/>
                </a:lnTo>
                <a:close/>
              </a:path>
            </a:pathLst>
          </a:custGeom>
          <a:blipFill xmlns:a="http://schemas.openxmlformats.org/drawingml/2006/main">
            <a:blip xmlns:r="http://schemas.openxmlformats.org/officeDocument/2006/relationships" r:embed="R25362dcfc7b34cd3"/>
            <a:stretch>
              <a:fillRect l="0" t="0" r="0" b="0"/>
            </a:stretch>
          </a:blipFill>
        </p:spPr>
      </p:sp>
      <p:sp>
        <p:nvSpPr>
          <p:cNvPr id="5" name="Freeform 5">
            <a:extLst xmlns:a="http://schemas.openxmlformats.org/drawingml/2006/main">
              <a:ext uri="{FF2B5EF4-FFF2-40B4-BE49-F238E27FC236}">
                <a16:creationId xmlns:a16="http://schemas.microsoft.com/office/drawing/2014/main" id="{030ED8A6-7F19-4001-9A0A-523F1B39D257}"/>
              </a:ext>
            </a:extLst>
          </p:cNvPr>
          <p:cNvSpPr>
            <a:spLocks xmlns:a="http://schemas.openxmlformats.org/drawingml/2006/main" noGrp="1"/>
          </p:cNvSpPr>
          <p:nvPr/>
        </p:nvSpPr>
        <p:spPr>
          <a:xfrm xmlns:a="http://schemas.openxmlformats.org/drawingml/2006/main" rot="0" flipH="0" flipV="0">
            <a:off x="2404471" y="3242566"/>
            <a:ext cx="3803924" cy="2095141"/>
          </a:xfrm>
          <a:custGeom xmlns:a="http://schemas.openxmlformats.org/drawingml/2006/main">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xmlns:a="http://schemas.openxmlformats.org/drawingml/2006/main">
            <a:srgbClr val="FFFFFF"/>
          </a:solidFill>
        </p:spPr>
      </p:sp>
      <p:sp>
        <p:nvSpPr>
          <p:cNvPr id="6" name="TextBox 6">
            <a:extLst xmlns:a="http://schemas.openxmlformats.org/drawingml/2006/main">
              <a:ext uri="{FF2B5EF4-FFF2-40B4-BE49-F238E27FC236}">
                <a16:creationId xmlns:a16="http://schemas.microsoft.com/office/drawing/2014/main" id="{7F6BAF95-4B74-4293-9219-1690004EC55F}"/>
              </a:ext>
            </a:extLst>
          </p:cNvPr>
          <p:cNvSpPr>
            <a:spLocks xmlns:a="http://schemas.openxmlformats.org/drawingml/2006/main" noGrp="1"/>
          </p:cNvSpPr>
          <p:nvPr/>
        </p:nvSpPr>
        <p:spPr>
          <a:xfrm xmlns:a="http://schemas.openxmlformats.org/drawingml/2006/main" rot="0" flipH="0" flipV="0">
            <a:off x="2404471" y="3097906"/>
            <a:ext cx="3803924" cy="22398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7" name="Freeform 7">
            <a:extLst xmlns:a="http://schemas.openxmlformats.org/drawingml/2006/main">
              <a:ext uri="{FF2B5EF4-FFF2-40B4-BE49-F238E27FC236}">
                <a16:creationId xmlns:a16="http://schemas.microsoft.com/office/drawing/2014/main" id="{60D8AB22-6C4A-46DF-A784-0223BF3B2C1F}"/>
              </a:ext>
            </a:extLst>
          </p:cNvPr>
          <p:cNvSpPr>
            <a:spLocks xmlns:a="http://schemas.openxmlformats.org/drawingml/2006/main" noGrp="1"/>
          </p:cNvSpPr>
          <p:nvPr/>
        </p:nvSpPr>
        <p:spPr>
          <a:xfrm xmlns:a="http://schemas.openxmlformats.org/drawingml/2006/main" rot="0" flipH="0" flipV="0">
            <a:off x="7242038" y="4766566"/>
            <a:ext cx="3803924" cy="753869"/>
          </a:xfrm>
          <a:custGeom xmlns:a="http://schemas.openxmlformats.org/drawingml/2006/main">
            <a:rect l="l" t="t" r="r" b="b"/>
            <a:pathLst>
              <a:path w="3803924" h="753869">
                <a:moveTo>
                  <a:pt x="0" y="0"/>
                </a:moveTo>
                <a:lnTo>
                  <a:pt x="3803924" y="0"/>
                </a:lnTo>
                <a:lnTo>
                  <a:pt x="3803924" y="753868"/>
                </a:lnTo>
                <a:lnTo>
                  <a:pt x="0" y="753868"/>
                </a:lnTo>
                <a:lnTo>
                  <a:pt x="0" y="0"/>
                </a:lnTo>
                <a:close/>
              </a:path>
            </a:pathLst>
          </a:custGeom>
          <a:blipFill xmlns:a="http://schemas.openxmlformats.org/drawingml/2006/main">
            <a:blip xmlns:r="http://schemas.openxmlformats.org/officeDocument/2006/relationships" r:embed="R25362dcfc7b34cd3"/>
            <a:stretch>
              <a:fillRect l="0" t="0" r="0" b="0"/>
            </a:stretch>
          </a:blipFill>
        </p:spPr>
      </p:sp>
      <p:sp>
        <p:nvSpPr>
          <p:cNvPr id="9" name="Freeform 9">
            <a:extLst xmlns:a="http://schemas.openxmlformats.org/drawingml/2006/main">
              <a:ext uri="{FF2B5EF4-FFF2-40B4-BE49-F238E27FC236}">
                <a16:creationId xmlns:a16="http://schemas.microsoft.com/office/drawing/2014/main" id="{53227A86-0259-4493-AECB-349AC7EBC356}"/>
              </a:ext>
            </a:extLst>
          </p:cNvPr>
          <p:cNvSpPr>
            <a:spLocks xmlns:a="http://schemas.openxmlformats.org/drawingml/2006/main" noGrp="1"/>
          </p:cNvSpPr>
          <p:nvPr/>
        </p:nvSpPr>
        <p:spPr>
          <a:xfrm xmlns:a="http://schemas.openxmlformats.org/drawingml/2006/main" rot="0" flipH="0" flipV="0">
            <a:off x="7242038" y="3242566"/>
            <a:ext cx="3803924" cy="2095141"/>
          </a:xfrm>
          <a:custGeom xmlns:a="http://schemas.openxmlformats.org/drawingml/2006/main">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xmlns:a="http://schemas.openxmlformats.org/drawingml/2006/main">
            <a:srgbClr val="FFFFFF"/>
          </a:solidFill>
        </p:spPr>
      </p:sp>
      <p:sp>
        <p:nvSpPr>
          <p:cNvPr id="10" name="TextBox 10">
            <a:extLst xmlns:a="http://schemas.openxmlformats.org/drawingml/2006/main">
              <a:ext uri="{FF2B5EF4-FFF2-40B4-BE49-F238E27FC236}">
                <a16:creationId xmlns:a16="http://schemas.microsoft.com/office/drawing/2014/main" id="{46F8090F-CCC4-4350-8B4B-DD3D05EA526A}"/>
              </a:ext>
            </a:extLst>
          </p:cNvPr>
          <p:cNvSpPr>
            <a:spLocks xmlns:a="http://schemas.openxmlformats.org/drawingml/2006/main" noGrp="1"/>
          </p:cNvSpPr>
          <p:nvPr/>
        </p:nvSpPr>
        <p:spPr>
          <a:xfrm xmlns:a="http://schemas.openxmlformats.org/drawingml/2006/main" rot="0" flipH="0" flipV="0">
            <a:off x="7242038" y="3097906"/>
            <a:ext cx="3803924" cy="22398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1" name="Freeform 11">
            <a:extLst xmlns:a="http://schemas.openxmlformats.org/drawingml/2006/main">
              <a:ext uri="{FF2B5EF4-FFF2-40B4-BE49-F238E27FC236}">
                <a16:creationId xmlns:a16="http://schemas.microsoft.com/office/drawing/2014/main" id="{0D066126-B423-4E06-BF59-D78B6D3F5BB9}"/>
              </a:ext>
            </a:extLst>
          </p:cNvPr>
          <p:cNvSpPr>
            <a:spLocks xmlns:a="http://schemas.openxmlformats.org/drawingml/2006/main" noGrp="1"/>
          </p:cNvSpPr>
          <p:nvPr/>
        </p:nvSpPr>
        <p:spPr>
          <a:xfrm xmlns:a="http://schemas.openxmlformats.org/drawingml/2006/main" rot="0" flipH="0" flipV="0">
            <a:off x="1601900" y="7810500"/>
            <a:ext cx="3803924" cy="753869"/>
          </a:xfrm>
          <a:custGeom xmlns:a="http://schemas.openxmlformats.org/drawingml/2006/main">
            <a:rect l="l" t="t" r="r" b="b"/>
            <a:pathLst>
              <a:path w="3803924" h="753869">
                <a:moveTo>
                  <a:pt x="0" y="0"/>
                </a:moveTo>
                <a:lnTo>
                  <a:pt x="3803924" y="0"/>
                </a:lnTo>
                <a:lnTo>
                  <a:pt x="3803924" y="753869"/>
                </a:lnTo>
                <a:lnTo>
                  <a:pt x="0" y="753869"/>
                </a:lnTo>
                <a:lnTo>
                  <a:pt x="0" y="0"/>
                </a:lnTo>
                <a:close/>
              </a:path>
            </a:pathLst>
          </a:custGeom>
          <a:blipFill xmlns:a="http://schemas.openxmlformats.org/drawingml/2006/main">
            <a:blip xmlns:r="http://schemas.openxmlformats.org/officeDocument/2006/relationships" r:embed="R25362dcfc7b34cd3"/>
            <a:stretch>
              <a:fillRect l="0" t="0" r="0" b="0"/>
            </a:stretch>
          </a:blipFill>
        </p:spPr>
      </p:sp>
      <p:sp>
        <p:nvSpPr>
          <p:cNvPr id="13" name="Freeform 13">
            <a:extLst xmlns:a="http://schemas.openxmlformats.org/drawingml/2006/main">
              <a:ext uri="{FF2B5EF4-FFF2-40B4-BE49-F238E27FC236}">
                <a16:creationId xmlns:a16="http://schemas.microsoft.com/office/drawing/2014/main" id="{E64D5810-9BC5-4C1F-887A-17AEA90E8777}"/>
              </a:ext>
            </a:extLst>
          </p:cNvPr>
          <p:cNvSpPr>
            <a:spLocks xmlns:a="http://schemas.openxmlformats.org/drawingml/2006/main" noGrp="1"/>
          </p:cNvSpPr>
          <p:nvPr/>
        </p:nvSpPr>
        <p:spPr>
          <a:xfrm xmlns:a="http://schemas.openxmlformats.org/drawingml/2006/main" rot="0" flipH="0" flipV="0">
            <a:off x="1601900" y="6286500"/>
            <a:ext cx="3803924" cy="2095141"/>
          </a:xfrm>
          <a:custGeom xmlns:a="http://schemas.openxmlformats.org/drawingml/2006/main">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xmlns:a="http://schemas.openxmlformats.org/drawingml/2006/main">
            <a:srgbClr val="FFFFFF"/>
          </a:solidFill>
        </p:spPr>
      </p:sp>
      <p:sp>
        <p:nvSpPr>
          <p:cNvPr id="14" name="TextBox 14">
            <a:extLst xmlns:a="http://schemas.openxmlformats.org/drawingml/2006/main">
              <a:ext uri="{FF2B5EF4-FFF2-40B4-BE49-F238E27FC236}">
                <a16:creationId xmlns:a16="http://schemas.microsoft.com/office/drawing/2014/main" id="{381325B7-F584-4959-8477-088F96F776F6}"/>
              </a:ext>
            </a:extLst>
          </p:cNvPr>
          <p:cNvSpPr>
            <a:spLocks xmlns:a="http://schemas.openxmlformats.org/drawingml/2006/main" noGrp="1"/>
          </p:cNvSpPr>
          <p:nvPr/>
        </p:nvSpPr>
        <p:spPr>
          <a:xfrm xmlns:a="http://schemas.openxmlformats.org/drawingml/2006/main" rot="0" flipH="0" flipV="0">
            <a:off x="1601900" y="6141840"/>
            <a:ext cx="3803924" cy="22398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5" name="Freeform 15">
            <a:extLst xmlns:a="http://schemas.openxmlformats.org/drawingml/2006/main">
              <a:ext uri="{FF2B5EF4-FFF2-40B4-BE49-F238E27FC236}">
                <a16:creationId xmlns:a16="http://schemas.microsoft.com/office/drawing/2014/main" id="{ADE153D6-9526-461B-80CF-E40935D7908C}"/>
              </a:ext>
            </a:extLst>
          </p:cNvPr>
          <p:cNvSpPr>
            <a:spLocks xmlns:a="http://schemas.openxmlformats.org/drawingml/2006/main" noGrp="1"/>
          </p:cNvSpPr>
          <p:nvPr/>
        </p:nvSpPr>
        <p:spPr>
          <a:xfrm xmlns:a="http://schemas.openxmlformats.org/drawingml/2006/main" rot="0" flipH="0" flipV="0">
            <a:off x="12882176" y="7810500"/>
            <a:ext cx="3803924" cy="753869"/>
          </a:xfrm>
          <a:custGeom xmlns:a="http://schemas.openxmlformats.org/drawingml/2006/main">
            <a:rect l="l" t="t" r="r" b="b"/>
            <a:pathLst>
              <a:path w="3803924" h="753869">
                <a:moveTo>
                  <a:pt x="0" y="0"/>
                </a:moveTo>
                <a:lnTo>
                  <a:pt x="3803924" y="0"/>
                </a:lnTo>
                <a:lnTo>
                  <a:pt x="3803924" y="753869"/>
                </a:lnTo>
                <a:lnTo>
                  <a:pt x="0" y="753869"/>
                </a:lnTo>
                <a:lnTo>
                  <a:pt x="0" y="0"/>
                </a:lnTo>
                <a:close/>
              </a:path>
            </a:pathLst>
          </a:custGeom>
          <a:blipFill xmlns:a="http://schemas.openxmlformats.org/drawingml/2006/main">
            <a:blip xmlns:r="http://schemas.openxmlformats.org/officeDocument/2006/relationships" r:embed="R25362dcfc7b34cd3"/>
            <a:stretch>
              <a:fillRect l="0" t="0" r="0" b="0"/>
            </a:stretch>
          </a:blipFill>
        </p:spPr>
      </p:sp>
      <p:sp>
        <p:nvSpPr>
          <p:cNvPr id="17" name="Freeform 17">
            <a:extLst xmlns:a="http://schemas.openxmlformats.org/drawingml/2006/main">
              <a:ext uri="{FF2B5EF4-FFF2-40B4-BE49-F238E27FC236}">
                <a16:creationId xmlns:a16="http://schemas.microsoft.com/office/drawing/2014/main" id="{98BE8EC1-082D-4E99-BC18-58FDC260EA8D}"/>
              </a:ext>
            </a:extLst>
          </p:cNvPr>
          <p:cNvSpPr>
            <a:spLocks xmlns:a="http://schemas.openxmlformats.org/drawingml/2006/main" noGrp="1"/>
          </p:cNvSpPr>
          <p:nvPr/>
        </p:nvSpPr>
        <p:spPr>
          <a:xfrm xmlns:a="http://schemas.openxmlformats.org/drawingml/2006/main" rot="0" flipH="0" flipV="0">
            <a:off x="12882176" y="6286500"/>
            <a:ext cx="3803924" cy="2095141"/>
          </a:xfrm>
          <a:custGeom xmlns:a="http://schemas.openxmlformats.org/drawingml/2006/main">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xmlns:a="http://schemas.openxmlformats.org/drawingml/2006/main">
            <a:srgbClr val="FFFFFF"/>
          </a:solidFill>
        </p:spPr>
      </p:sp>
      <p:sp>
        <p:nvSpPr>
          <p:cNvPr id="18" name="TextBox 18">
            <a:extLst xmlns:a="http://schemas.openxmlformats.org/drawingml/2006/main">
              <a:ext uri="{FF2B5EF4-FFF2-40B4-BE49-F238E27FC236}">
                <a16:creationId xmlns:a16="http://schemas.microsoft.com/office/drawing/2014/main" id="{720F1F19-9BA5-40EF-BC03-36988EFBCC92}"/>
              </a:ext>
            </a:extLst>
          </p:cNvPr>
          <p:cNvSpPr>
            <a:spLocks xmlns:a="http://schemas.openxmlformats.org/drawingml/2006/main" noGrp="1"/>
          </p:cNvSpPr>
          <p:nvPr/>
        </p:nvSpPr>
        <p:spPr>
          <a:xfrm xmlns:a="http://schemas.openxmlformats.org/drawingml/2006/main" rot="0" flipH="0" flipV="0">
            <a:off x="12882176" y="6141840"/>
            <a:ext cx="3803924" cy="22398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19" name="Freeform 19">
            <a:extLst xmlns:a="http://schemas.openxmlformats.org/drawingml/2006/main">
              <a:ext uri="{FF2B5EF4-FFF2-40B4-BE49-F238E27FC236}">
                <a16:creationId xmlns:a16="http://schemas.microsoft.com/office/drawing/2014/main" id="{A32BAF12-E26E-4E00-BA5F-7D8FECE7AE5B}"/>
              </a:ext>
            </a:extLst>
          </p:cNvPr>
          <p:cNvSpPr>
            <a:spLocks xmlns:a="http://schemas.openxmlformats.org/drawingml/2006/main" noGrp="1"/>
          </p:cNvSpPr>
          <p:nvPr/>
        </p:nvSpPr>
        <p:spPr>
          <a:xfrm xmlns:a="http://schemas.openxmlformats.org/drawingml/2006/main" rot="0" flipH="0" flipV="0">
            <a:off x="12079605" y="4766566"/>
            <a:ext cx="3803924" cy="753869"/>
          </a:xfrm>
          <a:custGeom xmlns:a="http://schemas.openxmlformats.org/drawingml/2006/main">
            <a:rect l="l" t="t" r="r" b="b"/>
            <a:pathLst>
              <a:path w="3803924" h="753869">
                <a:moveTo>
                  <a:pt x="0" y="0"/>
                </a:moveTo>
                <a:lnTo>
                  <a:pt x="3803924" y="0"/>
                </a:lnTo>
                <a:lnTo>
                  <a:pt x="3803924" y="753868"/>
                </a:lnTo>
                <a:lnTo>
                  <a:pt x="0" y="753868"/>
                </a:lnTo>
                <a:lnTo>
                  <a:pt x="0" y="0"/>
                </a:lnTo>
                <a:close/>
              </a:path>
            </a:pathLst>
          </a:custGeom>
          <a:blipFill xmlns:a="http://schemas.openxmlformats.org/drawingml/2006/main">
            <a:blip xmlns:r="http://schemas.openxmlformats.org/officeDocument/2006/relationships" r:embed="R25362dcfc7b34cd3"/>
            <a:stretch>
              <a:fillRect l="0" t="0" r="0" b="0"/>
            </a:stretch>
          </a:blipFill>
        </p:spPr>
      </p:sp>
      <p:sp>
        <p:nvSpPr>
          <p:cNvPr id="21" name="Freeform 21">
            <a:extLst xmlns:a="http://schemas.openxmlformats.org/drawingml/2006/main">
              <a:ext uri="{FF2B5EF4-FFF2-40B4-BE49-F238E27FC236}">
                <a16:creationId xmlns:a16="http://schemas.microsoft.com/office/drawing/2014/main" id="{A48CBFA7-47BE-48FD-AA0D-1BA39A4192DC}"/>
              </a:ext>
            </a:extLst>
          </p:cNvPr>
          <p:cNvSpPr>
            <a:spLocks xmlns:a="http://schemas.openxmlformats.org/drawingml/2006/main" noGrp="1"/>
          </p:cNvSpPr>
          <p:nvPr/>
        </p:nvSpPr>
        <p:spPr>
          <a:xfrm xmlns:a="http://schemas.openxmlformats.org/drawingml/2006/main" rot="0" flipH="0" flipV="0">
            <a:off x="12079605" y="3242566"/>
            <a:ext cx="3803924" cy="2095141"/>
          </a:xfrm>
          <a:custGeom xmlns:a="http://schemas.openxmlformats.org/drawingml/2006/main">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xmlns:a="http://schemas.openxmlformats.org/drawingml/2006/main">
            <a:srgbClr val="FFFFFF"/>
          </a:solidFill>
        </p:spPr>
      </p:sp>
      <p:sp>
        <p:nvSpPr>
          <p:cNvPr id="22" name="TextBox 22">
            <a:extLst xmlns:a="http://schemas.openxmlformats.org/drawingml/2006/main">
              <a:ext uri="{FF2B5EF4-FFF2-40B4-BE49-F238E27FC236}">
                <a16:creationId xmlns:a16="http://schemas.microsoft.com/office/drawing/2014/main" id="{CCD65A5B-C08A-41CD-B086-457DBDCD256A}"/>
              </a:ext>
            </a:extLst>
          </p:cNvPr>
          <p:cNvSpPr>
            <a:spLocks xmlns:a="http://schemas.openxmlformats.org/drawingml/2006/main" noGrp="1"/>
          </p:cNvSpPr>
          <p:nvPr/>
        </p:nvSpPr>
        <p:spPr>
          <a:xfrm xmlns:a="http://schemas.openxmlformats.org/drawingml/2006/main" rot="0" flipH="0" flipV="0">
            <a:off x="12079605" y="3097906"/>
            <a:ext cx="3803924" cy="223980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24" name="Freeform 24">
            <a:extLst xmlns:a="http://schemas.openxmlformats.org/drawingml/2006/main">
              <a:ext uri="{FF2B5EF4-FFF2-40B4-BE49-F238E27FC236}">
                <a16:creationId xmlns:a16="http://schemas.microsoft.com/office/drawing/2014/main" id="{81449D2E-98CA-48C2-B66A-9B28740B7B1C}"/>
              </a:ext>
            </a:extLst>
          </p:cNvPr>
          <p:cNvSpPr>
            <a:spLocks xmlns:a="http://schemas.openxmlformats.org/drawingml/2006/main" noGrp="1"/>
          </p:cNvSpPr>
          <p:nvPr/>
        </p:nvSpPr>
        <p:spPr>
          <a:xfrm xmlns:a="http://schemas.openxmlformats.org/drawingml/2006/main" rot="0" flipH="0" flipV="0">
            <a:off x="1960812" y="6188953"/>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122359"/>
          </a:solidFill>
        </p:spPr>
      </p:sp>
      <p:sp>
        <p:nvSpPr>
          <p:cNvPr id="25" name="TextBox 25">
            <a:extLst xmlns:a="http://schemas.openxmlformats.org/drawingml/2006/main">
              <a:ext uri="{FF2B5EF4-FFF2-40B4-BE49-F238E27FC236}">
                <a16:creationId xmlns:a16="http://schemas.microsoft.com/office/drawing/2014/main" id="{23410E3B-2266-41EA-8057-CA68B0860306}"/>
              </a:ext>
            </a:extLst>
          </p:cNvPr>
          <p:cNvSpPr>
            <a:spLocks xmlns:a="http://schemas.openxmlformats.org/drawingml/2006/main" noGrp="1"/>
          </p:cNvSpPr>
          <p:nvPr/>
        </p:nvSpPr>
        <p:spPr>
          <a:xfrm xmlns:a="http://schemas.openxmlformats.org/drawingml/2006/main" rot="0" flipH="0" flipV="0">
            <a:off x="1960812" y="6044294"/>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26" name="TextBox 26">
            <a:extLst xmlns:a="http://schemas.openxmlformats.org/drawingml/2006/main">
              <a:ext uri="{FF2B5EF4-FFF2-40B4-BE49-F238E27FC236}">
                <a16:creationId xmlns:a16="http://schemas.microsoft.com/office/drawing/2014/main" id="{860F29E9-7050-41C5-B4E1-FDEA036E335D}"/>
              </a:ext>
            </a:extLst>
          </p:cNvPr>
          <p:cNvSpPr>
            <a:spLocks xmlns:a="http://schemas.openxmlformats.org/drawingml/2006/main" noGrp="1"/>
          </p:cNvSpPr>
          <p:nvPr/>
        </p:nvSpPr>
        <p:spPr>
          <a:xfrm xmlns:a="http://schemas.openxmlformats.org/drawingml/2006/main" rot="0">
            <a:off x="4053312" y="981075"/>
            <a:ext cx="10181376"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450"/>
            </a:defPPr>
            <a:lvl1pPr>
              <a:defRPr sz="3450"/>
            </a:lvl1pPr>
            <a:lvl2pPr>
              <a:defRPr sz="3450"/>
            </a:lvl2pPr>
            <a:lvl3pPr>
              <a:defRPr sz="3450"/>
            </a:lvl3pPr>
            <a:lvl4pPr>
              <a:defRPr sz="3450"/>
            </a:lvl4pPr>
            <a:lvl5pPr>
              <a:defRPr sz="3450"/>
            </a:lvl5pPr>
            <a:lvl6pPr>
              <a:defRPr sz="3450"/>
            </a:lvl6pPr>
            <a:lvl7pPr>
              <a:defRPr sz="3450"/>
            </a:lvl7pPr>
            <a:lvl8pPr>
              <a:defRPr sz="3450"/>
            </a:lvl8pPr>
            <a:lvl9pPr>
              <a:defRPr sz="3450"/>
            </a:lvl9pPr>
          </a:lstStyle>
          <a:p xmlns:a="http://schemas.openxmlformats.org/drawingml/2006/main">
            <a:pPr algn="ctr">
              <a:lnSpc>
                <a:spcPts val="5040"/>
              </a:lnSpc>
              <a:spcBef>
                <a:spcPct val="0"/>
              </a:spcBef>
              <a:buNone/>
            </a:pPr>
            <a:r>
              <a:rPr sz="3450" b="1">
                <a:solidFill>
                  <a:srgbClr val="112F8D"/>
                </a:solidFill>
                <a:latin typeface="TT Fors Bold"/>
                <a:ea typeface="TT Fors Bold"/>
                <a:cs typeface="TT Fors Bold"/>
              </a:rPr>
              <a:t>Validitas Timestamp untuk CP2</a:t>
            </a:r>
          </a:p>
        </p:txBody>
      </p:sp>
      <p:sp>
        <p:nvSpPr>
          <p:cNvPr id="27" name="TextBox 27">
            <a:extLst xmlns:a="http://schemas.openxmlformats.org/drawingml/2006/main">
              <a:ext uri="{FF2B5EF4-FFF2-40B4-BE49-F238E27FC236}">
                <a16:creationId xmlns:a16="http://schemas.microsoft.com/office/drawing/2014/main" id="{B0BB7C1C-4C4C-42A3-A4E7-23ED07F47EDE}"/>
              </a:ext>
            </a:extLst>
          </p:cNvPr>
          <p:cNvSpPr>
            <a:spLocks xmlns:a="http://schemas.openxmlformats.org/drawingml/2006/main" noGrp="1"/>
          </p:cNvSpPr>
          <p:nvPr/>
        </p:nvSpPr>
        <p:spPr>
          <a:xfrm xmlns:a="http://schemas.openxmlformats.org/drawingml/2006/main" rot="0">
            <a:off x="4053312" y="1738590"/>
            <a:ext cx="10181376"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650"/>
            </a:defPPr>
            <a:lvl1pPr>
              <a:defRPr sz="1650"/>
            </a:lvl1pPr>
            <a:lvl2pPr>
              <a:defRPr sz="1650"/>
            </a:lvl2pPr>
            <a:lvl3pPr>
              <a:defRPr sz="1650"/>
            </a:lvl3pPr>
            <a:lvl4pPr>
              <a:defRPr sz="1650"/>
            </a:lvl4pPr>
            <a:lvl5pPr>
              <a:defRPr sz="1650"/>
            </a:lvl5pPr>
            <a:lvl6pPr>
              <a:defRPr sz="1650"/>
            </a:lvl6pPr>
            <a:lvl7pPr>
              <a:defRPr sz="1650"/>
            </a:lvl7pPr>
            <a:lvl8pPr>
              <a:defRPr sz="1650"/>
            </a:lvl8pPr>
            <a:lvl9pPr>
              <a:defRPr sz="1650"/>
            </a:lvl9pPr>
          </a:lstStyle>
          <a:p xmlns:a="http://schemas.openxmlformats.org/drawingml/2006/main">
            <a:pPr algn="ctr">
              <a:lnSpc>
                <a:spcPts val="2940"/>
              </a:lnSpc>
              <a:spcBef>
                <a:spcPct val="0"/>
              </a:spcBef>
              <a:buNone/>
            </a:pPr>
            <a:r>
              <a:rPr sz="1650">
                <a:solidFill>
                  <a:srgbClr val="000000"/>
                </a:solidFill>
                <a:latin typeface="TT Fors"/>
                <a:ea typeface="TT Fors"/>
                <a:cs typeface="TT Fors"/>
              </a:rPr>
              <a:t>H1: fitur waktu masa lalu dapat membantu ranking jika timestamp membawa sinyal perilaku yang valid</a:t>
            </a:r>
          </a:p>
        </p:txBody>
      </p:sp>
      <p:sp>
        <p:nvSpPr>
          <p:cNvPr id="28" name="TextBox 28">
            <a:extLst xmlns:a="http://schemas.openxmlformats.org/drawingml/2006/main">
              <a:ext uri="{FF2B5EF4-FFF2-40B4-BE49-F238E27FC236}">
                <a16:creationId xmlns:a16="http://schemas.microsoft.com/office/drawing/2014/main" id="{6D587FAF-F640-4869-A4AA-76956C2C4FC3}"/>
              </a:ext>
            </a:extLst>
          </p:cNvPr>
          <p:cNvSpPr>
            <a:spLocks xmlns:a="http://schemas.openxmlformats.org/drawingml/2006/main" noGrp="1"/>
          </p:cNvSpPr>
          <p:nvPr/>
        </p:nvSpPr>
        <p:spPr>
          <a:xfrm xmlns:a="http://schemas.openxmlformats.org/drawingml/2006/main" rot="0">
            <a:off x="2826380" y="4000743"/>
            <a:ext cx="2960106"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Timestamp yang dipulihkan adalah waktu pembuatan tag, bukan waktu mendengarkan.</a:t>
            </a:r>
          </a:p>
        </p:txBody>
      </p:sp>
      <p:sp>
        <p:nvSpPr>
          <p:cNvPr id="29" name="TextBox 29">
            <a:extLst xmlns:a="http://schemas.openxmlformats.org/drawingml/2006/main">
              <a:ext uri="{FF2B5EF4-FFF2-40B4-BE49-F238E27FC236}">
                <a16:creationId xmlns:a16="http://schemas.microsoft.com/office/drawing/2014/main" id="{3E90EC06-6368-40C3-862D-BEC01B1C2B91}"/>
              </a:ext>
            </a:extLst>
          </p:cNvPr>
          <p:cNvSpPr>
            <a:spLocks xmlns:a="http://schemas.openxmlformats.org/drawingml/2006/main" noGrp="1"/>
          </p:cNvSpPr>
          <p:nvPr/>
        </p:nvSpPr>
        <p:spPr>
          <a:xfrm xmlns:a="http://schemas.openxmlformats.org/drawingml/2006/main" rot="0">
            <a:off x="2743567" y="3629928"/>
            <a:ext cx="3125733"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algn="ctr">
              <a:lnSpc>
                <a:spcPts val="2519"/>
              </a:lnSpc>
              <a:spcBef>
                <a:spcPct val="0"/>
              </a:spcBef>
              <a:buNone/>
            </a:pPr>
            <a:r>
              <a:rPr sz="1575" b="1">
                <a:solidFill>
                  <a:srgbClr val="000000"/>
                </a:solidFill>
                <a:latin typeface="TT Fors Bold"/>
                <a:ea typeface="TT Fors Bold"/>
                <a:cs typeface="TT Fors Bold"/>
              </a:rPr>
              <a:t>Makna waktu</a:t>
            </a:r>
          </a:p>
        </p:txBody>
      </p:sp>
      <p:sp>
        <p:nvSpPr>
          <p:cNvPr id="30" name="TextBox 30">
            <a:extLst xmlns:a="http://schemas.openxmlformats.org/drawingml/2006/main">
              <a:ext uri="{FF2B5EF4-FFF2-40B4-BE49-F238E27FC236}">
                <a16:creationId xmlns:a16="http://schemas.microsoft.com/office/drawing/2014/main" id="{BECE2C28-CA7D-49C4-AFEC-8E188138554B}"/>
              </a:ext>
            </a:extLst>
          </p:cNvPr>
          <p:cNvSpPr>
            <a:spLocks xmlns:a="http://schemas.openxmlformats.org/drawingml/2006/main" noGrp="1"/>
          </p:cNvSpPr>
          <p:nvPr/>
        </p:nvSpPr>
        <p:spPr>
          <a:xfrm xmlns:a="http://schemas.openxmlformats.org/drawingml/2006/main" rot="0">
            <a:off x="7663947" y="4000743"/>
            <a:ext cx="2960106"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Audit mencatat 44.273 gap tidak positif; jumlah gap nol dan negatif belum dipisahkan.</a:t>
            </a:r>
          </a:p>
        </p:txBody>
      </p:sp>
      <p:sp>
        <p:nvSpPr>
          <p:cNvPr id="31" name="TextBox 31">
            <a:extLst xmlns:a="http://schemas.openxmlformats.org/drawingml/2006/main">
              <a:ext uri="{FF2B5EF4-FFF2-40B4-BE49-F238E27FC236}">
                <a16:creationId xmlns:a16="http://schemas.microsoft.com/office/drawing/2014/main" id="{CD9D78D0-9856-4D8F-B7AE-344BD1C27BC1}"/>
              </a:ext>
            </a:extLst>
          </p:cNvPr>
          <p:cNvSpPr>
            <a:spLocks xmlns:a="http://schemas.openxmlformats.org/drawingml/2006/main" noGrp="1"/>
          </p:cNvSpPr>
          <p:nvPr/>
        </p:nvSpPr>
        <p:spPr>
          <a:xfrm xmlns:a="http://schemas.openxmlformats.org/drawingml/2006/main" rot="0">
            <a:off x="7581133" y="3629928"/>
            <a:ext cx="3125733"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algn="ctr">
              <a:lnSpc>
                <a:spcPts val="2519"/>
              </a:lnSpc>
              <a:spcBef>
                <a:spcPct val="0"/>
              </a:spcBef>
              <a:buNone/>
            </a:pPr>
            <a:r>
              <a:rPr sz="1575" b="1">
                <a:solidFill>
                  <a:srgbClr val="000000"/>
                </a:solidFill>
                <a:latin typeface="TT Fors Bold"/>
                <a:ea typeface="TT Fors Bold"/>
                <a:cs typeface="TT Fors Bold"/>
              </a:rPr>
              <a:t>Gap ≤ 0</a:t>
            </a:r>
          </a:p>
        </p:txBody>
      </p:sp>
      <p:sp>
        <p:nvSpPr>
          <p:cNvPr id="32" name="TextBox 32">
            <a:extLst xmlns:a="http://schemas.openxmlformats.org/drawingml/2006/main">
              <a:ext uri="{FF2B5EF4-FFF2-40B4-BE49-F238E27FC236}">
                <a16:creationId xmlns:a16="http://schemas.microsoft.com/office/drawing/2014/main" id="{21784EB4-36C5-4C1E-A5AF-B7747212C834}"/>
              </a:ext>
            </a:extLst>
          </p:cNvPr>
          <p:cNvSpPr>
            <a:spLocks xmlns:a="http://schemas.openxmlformats.org/drawingml/2006/main" noGrp="1"/>
          </p:cNvSpPr>
          <p:nvPr/>
        </p:nvSpPr>
        <p:spPr>
          <a:xfrm xmlns:a="http://schemas.openxmlformats.org/drawingml/2006/main" rot="0">
            <a:off x="2023809" y="7120878"/>
            <a:ext cx="2960106"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Fitur untuk target hanya boleh memakai interaksi dan waktu yang tersedia sebelumnya.</a:t>
            </a:r>
          </a:p>
        </p:txBody>
      </p:sp>
      <p:sp>
        <p:nvSpPr>
          <p:cNvPr id="33" name="TextBox 33">
            <a:extLst xmlns:a="http://schemas.openxmlformats.org/drawingml/2006/main">
              <a:ext uri="{FF2B5EF4-FFF2-40B4-BE49-F238E27FC236}">
                <a16:creationId xmlns:a16="http://schemas.microsoft.com/office/drawing/2014/main" id="{3781F3D2-A83B-407B-99FD-562AD0C46FB1}"/>
              </a:ext>
            </a:extLst>
          </p:cNvPr>
          <p:cNvSpPr>
            <a:spLocks xmlns:a="http://schemas.openxmlformats.org/drawingml/2006/main" noGrp="1"/>
          </p:cNvSpPr>
          <p:nvPr/>
        </p:nvSpPr>
        <p:spPr>
          <a:xfrm xmlns:a="http://schemas.openxmlformats.org/drawingml/2006/main" rot="0">
            <a:off x="1940995" y="6750062"/>
            <a:ext cx="3125733"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algn="ctr">
              <a:lnSpc>
                <a:spcPts val="2519"/>
              </a:lnSpc>
              <a:spcBef>
                <a:spcPct val="0"/>
              </a:spcBef>
              <a:buNone/>
            </a:pPr>
            <a:r>
              <a:rPr sz="1575" b="1">
                <a:solidFill>
                  <a:srgbClr val="000000"/>
                </a:solidFill>
                <a:latin typeface="TT Fors Bold"/>
                <a:ea typeface="TT Fors Bold"/>
                <a:cs typeface="TT Fors Bold"/>
              </a:rPr>
              <a:t>Tanpa leakage</a:t>
            </a:r>
          </a:p>
        </p:txBody>
      </p:sp>
      <p:sp>
        <p:nvSpPr>
          <p:cNvPr id="34" name="TextBox 34">
            <a:extLst xmlns:a="http://schemas.openxmlformats.org/drawingml/2006/main">
              <a:ext uri="{FF2B5EF4-FFF2-40B4-BE49-F238E27FC236}">
                <a16:creationId xmlns:a16="http://schemas.microsoft.com/office/drawing/2014/main" id="{D7AA676A-879B-4FFE-9300-20AB2DE4C97F}"/>
              </a:ext>
            </a:extLst>
          </p:cNvPr>
          <p:cNvSpPr>
            <a:spLocks xmlns:a="http://schemas.openxmlformats.org/drawingml/2006/main" noGrp="1"/>
          </p:cNvSpPr>
          <p:nvPr/>
        </p:nvSpPr>
        <p:spPr>
          <a:xfrm xmlns:a="http://schemas.openxmlformats.org/drawingml/2006/main" rot="0">
            <a:off x="13304085" y="7120878"/>
            <a:ext cx="2960106"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Samakan split, seed, dan hyperparameter; ubah hanya perlakuan time-aware.</a:t>
            </a:r>
          </a:p>
        </p:txBody>
      </p:sp>
      <p:sp>
        <p:nvSpPr>
          <p:cNvPr id="35" name="TextBox 35">
            <a:extLst xmlns:a="http://schemas.openxmlformats.org/drawingml/2006/main">
              <a:ext uri="{FF2B5EF4-FFF2-40B4-BE49-F238E27FC236}">
                <a16:creationId xmlns:a16="http://schemas.microsoft.com/office/drawing/2014/main" id="{F8F146EC-4235-4CD5-AAC4-7A7083CBD9CE}"/>
              </a:ext>
            </a:extLst>
          </p:cNvPr>
          <p:cNvSpPr>
            <a:spLocks xmlns:a="http://schemas.openxmlformats.org/drawingml/2006/main" noGrp="1"/>
          </p:cNvSpPr>
          <p:nvPr/>
        </p:nvSpPr>
        <p:spPr>
          <a:xfrm xmlns:a="http://schemas.openxmlformats.org/drawingml/2006/main" rot="0">
            <a:off x="13221272" y="6750062"/>
            <a:ext cx="3125733"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algn="ctr">
              <a:lnSpc>
                <a:spcPts val="2519"/>
              </a:lnSpc>
              <a:spcBef>
                <a:spcPct val="0"/>
              </a:spcBef>
              <a:buNone/>
            </a:pPr>
            <a:r>
              <a:rPr sz="1575" b="1">
                <a:solidFill>
                  <a:srgbClr val="000000"/>
                </a:solidFill>
                <a:latin typeface="TT Fors Bold"/>
                <a:ea typeface="TT Fors Bold"/>
                <a:cs typeface="TT Fors Bold"/>
              </a:rPr>
              <a:t>Kontrol adil</a:t>
            </a:r>
          </a:p>
        </p:txBody>
      </p:sp>
      <p:sp>
        <p:nvSpPr>
          <p:cNvPr id="36" name="TextBox 36">
            <a:extLst xmlns:a="http://schemas.openxmlformats.org/drawingml/2006/main">
              <a:ext uri="{FF2B5EF4-FFF2-40B4-BE49-F238E27FC236}">
                <a16:creationId xmlns:a16="http://schemas.microsoft.com/office/drawing/2014/main" id="{FDB3953D-B19F-4EC7-85E1-8E7B0975DB0C}"/>
              </a:ext>
            </a:extLst>
          </p:cNvPr>
          <p:cNvSpPr>
            <a:spLocks xmlns:a="http://schemas.openxmlformats.org/drawingml/2006/main" noGrp="1"/>
          </p:cNvSpPr>
          <p:nvPr/>
        </p:nvSpPr>
        <p:spPr>
          <a:xfrm xmlns:a="http://schemas.openxmlformats.org/drawingml/2006/main" rot="0">
            <a:off x="12501514" y="4000743"/>
            <a:ext cx="2960106" cy="853059"/>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algn="ctr">
              <a:lnSpc>
                <a:spcPts val="2239"/>
              </a:lnSpc>
              <a:spcBef>
                <a:spcPct val="0"/>
              </a:spcBef>
              <a:buNone/>
            </a:pPr>
            <a:r>
              <a:rPr sz="1350">
                <a:solidFill>
                  <a:srgbClr val="000000"/>
                </a:solidFill>
                <a:latin typeface="TT Fors"/>
                <a:ea typeface="TT Fors"/>
                <a:cs typeface="TT Fors"/>
              </a:rPr>
              <a:t>Pada timestamp sama, urutan mengikuti baris file; persentase tie belum terukur.</a:t>
            </a:r>
          </a:p>
        </p:txBody>
      </p:sp>
      <p:sp>
        <p:nvSpPr>
          <p:cNvPr id="37" name="TextBox 37">
            <a:extLst xmlns:a="http://schemas.openxmlformats.org/drawingml/2006/main">
              <a:ext uri="{FF2B5EF4-FFF2-40B4-BE49-F238E27FC236}">
                <a16:creationId xmlns:a16="http://schemas.microsoft.com/office/drawing/2014/main" id="{1BDA4D0E-6D66-4D7F-B873-1E6855267F48}"/>
              </a:ext>
            </a:extLst>
          </p:cNvPr>
          <p:cNvSpPr>
            <a:spLocks xmlns:a="http://schemas.openxmlformats.org/drawingml/2006/main" noGrp="1"/>
          </p:cNvSpPr>
          <p:nvPr/>
        </p:nvSpPr>
        <p:spPr>
          <a:xfrm xmlns:a="http://schemas.openxmlformats.org/drawingml/2006/main" rot="0">
            <a:off x="12418700" y="3629928"/>
            <a:ext cx="3125733"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algn="ctr">
              <a:lnSpc>
                <a:spcPts val="2519"/>
              </a:lnSpc>
              <a:spcBef>
                <a:spcPct val="0"/>
              </a:spcBef>
              <a:buNone/>
            </a:pPr>
            <a:r>
              <a:rPr sz="1575" b="1">
                <a:solidFill>
                  <a:srgbClr val="000000"/>
                </a:solidFill>
                <a:latin typeface="TT Fors Bold"/>
                <a:ea typeface="TT Fors Bold"/>
                <a:cs typeface="TT Fors Bold"/>
              </a:rPr>
              <a:t>Urutan ties</a:t>
            </a:r>
          </a:p>
        </p:txBody>
      </p:sp>
      <p:sp>
        <p:nvSpPr>
          <p:cNvPr id="39" name="Freeform 39">
            <a:extLst xmlns:a="http://schemas.openxmlformats.org/drawingml/2006/main">
              <a:ext uri="{FF2B5EF4-FFF2-40B4-BE49-F238E27FC236}">
                <a16:creationId xmlns:a16="http://schemas.microsoft.com/office/drawing/2014/main" id="{DF7BA796-6854-49EA-AB5E-562211354D7E}"/>
              </a:ext>
            </a:extLst>
          </p:cNvPr>
          <p:cNvSpPr>
            <a:spLocks xmlns:a="http://schemas.openxmlformats.org/drawingml/2006/main" noGrp="1"/>
          </p:cNvSpPr>
          <p:nvPr/>
        </p:nvSpPr>
        <p:spPr>
          <a:xfrm xmlns:a="http://schemas.openxmlformats.org/drawingml/2006/main" rot="0" flipH="0" flipV="0">
            <a:off x="2763383" y="3145019"/>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3D6298"/>
          </a:solidFill>
        </p:spPr>
      </p:sp>
      <p:sp>
        <p:nvSpPr>
          <p:cNvPr id="40" name="TextBox 40">
            <a:extLst xmlns:a="http://schemas.openxmlformats.org/drawingml/2006/main">
              <a:ext uri="{FF2B5EF4-FFF2-40B4-BE49-F238E27FC236}">
                <a16:creationId xmlns:a16="http://schemas.microsoft.com/office/drawing/2014/main" id="{A563E58E-193D-4E9F-8C9D-96AC93DFB271}"/>
              </a:ext>
            </a:extLst>
          </p:cNvPr>
          <p:cNvSpPr>
            <a:spLocks xmlns:a="http://schemas.openxmlformats.org/drawingml/2006/main" noGrp="1"/>
          </p:cNvSpPr>
          <p:nvPr/>
        </p:nvSpPr>
        <p:spPr>
          <a:xfrm xmlns:a="http://schemas.openxmlformats.org/drawingml/2006/main" rot="0" flipH="0" flipV="0">
            <a:off x="2763383" y="3000360"/>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42" name="Freeform 42">
            <a:extLst xmlns:a="http://schemas.openxmlformats.org/drawingml/2006/main">
              <a:ext uri="{FF2B5EF4-FFF2-40B4-BE49-F238E27FC236}">
                <a16:creationId xmlns:a16="http://schemas.microsoft.com/office/drawing/2014/main" id="{22165616-4330-4800-B2B0-590A683415B9}"/>
              </a:ext>
            </a:extLst>
          </p:cNvPr>
          <p:cNvSpPr>
            <a:spLocks xmlns:a="http://schemas.openxmlformats.org/drawingml/2006/main" noGrp="1"/>
          </p:cNvSpPr>
          <p:nvPr/>
        </p:nvSpPr>
        <p:spPr>
          <a:xfrm xmlns:a="http://schemas.openxmlformats.org/drawingml/2006/main" rot="0" flipH="0" flipV="0">
            <a:off x="7600950" y="3145019"/>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BEC8DA"/>
          </a:solidFill>
        </p:spPr>
      </p:sp>
      <p:sp>
        <p:nvSpPr>
          <p:cNvPr id="43" name="TextBox 43">
            <a:extLst xmlns:a="http://schemas.openxmlformats.org/drawingml/2006/main">
              <a:ext uri="{FF2B5EF4-FFF2-40B4-BE49-F238E27FC236}">
                <a16:creationId xmlns:a16="http://schemas.microsoft.com/office/drawing/2014/main" id="{D2F53FAF-82E0-44AF-B714-0211EE84C981}"/>
              </a:ext>
            </a:extLst>
          </p:cNvPr>
          <p:cNvSpPr>
            <a:spLocks xmlns:a="http://schemas.openxmlformats.org/drawingml/2006/main" noGrp="1"/>
          </p:cNvSpPr>
          <p:nvPr/>
        </p:nvSpPr>
        <p:spPr>
          <a:xfrm xmlns:a="http://schemas.openxmlformats.org/drawingml/2006/main" rot="0" flipH="0" flipV="0">
            <a:off x="7600950" y="3000360"/>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45" name="Freeform 45">
            <a:extLst xmlns:a="http://schemas.openxmlformats.org/drawingml/2006/main">
              <a:ext uri="{FF2B5EF4-FFF2-40B4-BE49-F238E27FC236}">
                <a16:creationId xmlns:a16="http://schemas.microsoft.com/office/drawing/2014/main" id="{E7CE1069-C0D3-4A35-9B15-A5523B9C9F09}"/>
              </a:ext>
            </a:extLst>
          </p:cNvPr>
          <p:cNvSpPr>
            <a:spLocks xmlns:a="http://schemas.openxmlformats.org/drawingml/2006/main" noGrp="1"/>
          </p:cNvSpPr>
          <p:nvPr/>
        </p:nvSpPr>
        <p:spPr>
          <a:xfrm xmlns:a="http://schemas.openxmlformats.org/drawingml/2006/main" rot="0" flipH="0" flipV="0">
            <a:off x="12438517" y="3145019"/>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F68D54"/>
          </a:solidFill>
        </p:spPr>
      </p:sp>
      <p:sp>
        <p:nvSpPr>
          <p:cNvPr id="46" name="TextBox 46">
            <a:extLst xmlns:a="http://schemas.openxmlformats.org/drawingml/2006/main">
              <a:ext uri="{FF2B5EF4-FFF2-40B4-BE49-F238E27FC236}">
                <a16:creationId xmlns:a16="http://schemas.microsoft.com/office/drawing/2014/main" id="{4C6EA2BE-CFED-497D-A940-EA8A6BEE4DE4}"/>
              </a:ext>
            </a:extLst>
          </p:cNvPr>
          <p:cNvSpPr>
            <a:spLocks xmlns:a="http://schemas.openxmlformats.org/drawingml/2006/main" noGrp="1"/>
          </p:cNvSpPr>
          <p:nvPr/>
        </p:nvSpPr>
        <p:spPr>
          <a:xfrm xmlns:a="http://schemas.openxmlformats.org/drawingml/2006/main" rot="0" flipH="0" flipV="0">
            <a:off x="12438517" y="3000360"/>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p>
        </p:txBody>
      </p:sp>
      <p:sp>
        <p:nvSpPr>
          <p:cNvPr id="48" name="Freeform 48">
            <a:extLst xmlns:a="http://schemas.openxmlformats.org/drawingml/2006/main">
              <a:ext uri="{FF2B5EF4-FFF2-40B4-BE49-F238E27FC236}">
                <a16:creationId xmlns:a16="http://schemas.microsoft.com/office/drawing/2014/main" id="{16399E21-2918-4C9E-BC30-EAF89E9ECB7F}"/>
              </a:ext>
            </a:extLst>
          </p:cNvPr>
          <p:cNvSpPr>
            <a:spLocks xmlns:a="http://schemas.openxmlformats.org/drawingml/2006/main" noGrp="1"/>
          </p:cNvSpPr>
          <p:nvPr/>
        </p:nvSpPr>
        <p:spPr>
          <a:xfrm xmlns:a="http://schemas.openxmlformats.org/drawingml/2006/main" rot="0" flipH="0" flipV="0">
            <a:off x="13241088" y="6188953"/>
            <a:ext cx="3086100" cy="195093"/>
          </a:xfrm>
          <a:custGeom xmlns:a="http://schemas.openxmlformats.org/drawingml/2006/main">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xmlns:a="http://schemas.openxmlformats.org/drawingml/2006/main">
            <a:srgbClr val="E8DED6"/>
          </a:solidFill>
        </p:spPr>
      </p:sp>
      <p:sp>
        <p:nvSpPr>
          <p:cNvPr id="49" name="TextBox 49">
            <a:extLst xmlns:a="http://schemas.openxmlformats.org/drawingml/2006/main">
              <a:ext uri="{FF2B5EF4-FFF2-40B4-BE49-F238E27FC236}">
                <a16:creationId xmlns:a16="http://schemas.microsoft.com/office/drawing/2014/main" id="{D22702D6-9D35-4974-A131-4A057C3B0C73}"/>
              </a:ext>
            </a:extLst>
          </p:cNvPr>
          <p:cNvSpPr>
            <a:spLocks xmlns:a="http://schemas.openxmlformats.org/drawingml/2006/main" noGrp="1"/>
          </p:cNvSpPr>
          <p:nvPr/>
        </p:nvSpPr>
        <p:spPr>
          <a:xfrm xmlns:a="http://schemas.openxmlformats.org/drawingml/2006/main" rot="0" flipH="0" flipV="0">
            <a:off x="13241088" y="6044294"/>
            <a:ext cx="3086100" cy="3397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50" name="TextBox 50">
            <a:extLst xmlns:a="http://schemas.openxmlformats.org/drawingml/2006/main">
              <a:ext uri="{FF2B5EF4-FFF2-40B4-BE49-F238E27FC236}">
                <a16:creationId xmlns:a16="http://schemas.microsoft.com/office/drawing/2014/main" id="{18E260AC-71C0-4A79-AA7D-D9BCC15704B4}"/>
              </a:ext>
            </a:extLst>
          </p:cNvPr>
          <p:cNvSpPr>
            <a:spLocks xmlns:a="http://schemas.openxmlformats.org/drawingml/2006/main" noGrp="1"/>
          </p:cNvSpPr>
          <p:nvPr/>
        </p:nvSpPr>
        <p:spPr>
          <a:xfrm xmlns:a="http://schemas.openxmlformats.org/drawingml/2006/main" rot="0">
            <a:off x="4129512" y="9640694"/>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60"/>
              </a:lnSpc>
              <a:buNone/>
            </a:pPr>
            <a:r>
              <a:rPr sz="3000" b="1">
                <a:solidFill>
                  <a:srgbClr val="FFFFFF"/>
                </a:solidFill>
                <a:latin typeface="TT Fors Bold"/>
                <a:ea typeface="TT Fors Bold"/>
                <a:cs typeface="TT Fors Bold"/>
              </a:rPr>
              <a:t>01</a:t>
            </a:r>
          </a:p>
        </p:txBody>
      </p:sp>
      <p:sp>
        <p:nvSpPr>
          <p:cNvPr id="51" name="TextBox 51">
            <a:extLst xmlns:a="http://schemas.openxmlformats.org/drawingml/2006/main">
              <a:ext uri="{FF2B5EF4-FFF2-40B4-BE49-F238E27FC236}">
                <a16:creationId xmlns:a16="http://schemas.microsoft.com/office/drawing/2014/main" id="{5DAC4669-4574-4B00-BC88-DD37CB72B715}"/>
              </a:ext>
            </a:extLst>
          </p:cNvPr>
          <p:cNvSpPr>
            <a:spLocks xmlns:a="http://schemas.openxmlformats.org/drawingml/2006/main" noGrp="1"/>
          </p:cNvSpPr>
          <p:nvPr/>
        </p:nvSpPr>
        <p:spPr>
          <a:xfrm xmlns:a="http://schemas.openxmlformats.org/drawingml/2006/main" rot="0">
            <a:off x="5491819" y="8913495"/>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60"/>
              </a:lnSpc>
              <a:buNone/>
            </a:pPr>
            <a:r>
              <a:rPr sz="3000" b="1">
                <a:solidFill>
                  <a:srgbClr val="FFFFFF"/>
                </a:solidFill>
                <a:latin typeface="TT Fors Bold"/>
                <a:ea typeface="TT Fors Bold"/>
                <a:cs typeface="TT Fors Bold"/>
              </a:rPr>
              <a:t>02</a:t>
            </a:r>
          </a:p>
        </p:txBody>
      </p:sp>
      <p:sp>
        <p:nvSpPr>
          <p:cNvPr id="52" name="TextBox 52">
            <a:extLst xmlns:a="http://schemas.openxmlformats.org/drawingml/2006/main">
              <a:ext uri="{FF2B5EF4-FFF2-40B4-BE49-F238E27FC236}">
                <a16:creationId xmlns:a16="http://schemas.microsoft.com/office/drawing/2014/main" id="{8475B043-3E05-4D9E-B2E4-5126937D5841}"/>
              </a:ext>
            </a:extLst>
          </p:cNvPr>
          <p:cNvSpPr>
            <a:spLocks xmlns:a="http://schemas.openxmlformats.org/drawingml/2006/main" noGrp="1"/>
          </p:cNvSpPr>
          <p:nvPr/>
        </p:nvSpPr>
        <p:spPr>
          <a:xfrm xmlns:a="http://schemas.openxmlformats.org/drawingml/2006/main" rot="0">
            <a:off x="6947370" y="7839075"/>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60"/>
              </a:lnSpc>
              <a:buNone/>
            </a:pPr>
            <a:r>
              <a:rPr sz="3000" b="1">
                <a:solidFill>
                  <a:srgbClr val="122359"/>
                </a:solidFill>
                <a:latin typeface="TT Fors Bold"/>
                <a:ea typeface="TT Fors Bold"/>
                <a:cs typeface="TT Fors Bold"/>
              </a:rPr>
              <a:t>03</a:t>
            </a:r>
          </a:p>
        </p:txBody>
      </p:sp>
      <p:sp>
        <p:nvSpPr>
          <p:cNvPr id="53" name="TextBox 53">
            <a:extLst xmlns:a="http://schemas.openxmlformats.org/drawingml/2006/main">
              <a:ext uri="{FF2B5EF4-FFF2-40B4-BE49-F238E27FC236}">
                <a16:creationId xmlns:a16="http://schemas.microsoft.com/office/drawing/2014/main" id="{1EDD0476-F126-4784-8F8A-3DA08F49DCE9}"/>
              </a:ext>
            </a:extLst>
          </p:cNvPr>
          <p:cNvSpPr>
            <a:spLocks xmlns:a="http://schemas.openxmlformats.org/drawingml/2006/main" noGrp="1"/>
          </p:cNvSpPr>
          <p:nvPr/>
        </p:nvSpPr>
        <p:spPr>
          <a:xfrm xmlns:a="http://schemas.openxmlformats.org/drawingml/2006/main" rot="0">
            <a:off x="8307672" y="6764655"/>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60"/>
              </a:lnSpc>
              <a:buNone/>
            </a:pPr>
            <a:r>
              <a:rPr sz="3000" b="1">
                <a:solidFill>
                  <a:srgbClr val="122359"/>
                </a:solidFill>
                <a:latin typeface="TT Fors Bold"/>
                <a:ea typeface="TT Fors Bold"/>
                <a:cs typeface="TT Fors Bold"/>
              </a:rPr>
              <a:t>04</a:t>
            </a:r>
          </a:p>
        </p:txBody>
      </p:sp>
      <p:sp>
        <p:nvSpPr>
          <p:cNvPr id="54" name="TextBox 54">
            <a:extLst xmlns:a="http://schemas.openxmlformats.org/drawingml/2006/main">
              <a:ext uri="{FF2B5EF4-FFF2-40B4-BE49-F238E27FC236}">
                <a16:creationId xmlns:a16="http://schemas.microsoft.com/office/drawing/2014/main" id="{BDD7E44E-DEBC-4566-9356-9CDF4084AC9F}"/>
              </a:ext>
            </a:extLst>
          </p:cNvPr>
          <p:cNvSpPr>
            <a:spLocks xmlns:a="http://schemas.openxmlformats.org/drawingml/2006/main" noGrp="1"/>
          </p:cNvSpPr>
          <p:nvPr/>
        </p:nvSpPr>
        <p:spPr>
          <a:xfrm xmlns:a="http://schemas.openxmlformats.org/drawingml/2006/main" rot="0">
            <a:off x="9763223" y="5880735"/>
            <a:ext cx="1433154" cy="42100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360"/>
              </a:lnSpc>
              <a:buNone/>
            </a:pPr>
            <a:r>
              <a:rPr sz="3000" b="1">
                <a:solidFill>
                  <a:srgbClr val="122359"/>
                </a:solidFill>
                <a:latin typeface="TT Fors Bold"/>
                <a:ea typeface="TT Fors Bold"/>
                <a:cs typeface="TT Fors Bold"/>
              </a:rPr>
              <a:t>05</a:t>
            </a:r>
          </a:p>
        </p:txBody>
      </p:sp>
    </p:spTree>
    <p:extLst>
      <p:ext uri="{BB962C8B-B14F-4D97-AF65-F5344CB8AC3E}">
        <p14:creationId xmlns:p14="http://schemas.microsoft.com/office/powerpoint/2010/main" val="75966952"/>
      </p:ext>
    </p:extLst>
  </p:cSld>
</p:sld>
</file>

<file path=ppt/slides/slide10.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graphicFrame>
        <p:nvGraphicFramePr>
          <p:cNvPr id="2" name="Table 2">
            <a:extLst xmlns:a="http://schemas.openxmlformats.org/drawingml/2006/main">
              <a:ext uri="{FF2B5EF4-FFF2-40B4-BE49-F238E27FC236}">
                <a16:creationId xmlns:a16="http://schemas.microsoft.com/office/drawing/2014/main" id="{9A6B7FA5-BBD1-447C-BADF-458B8EBF0027}"/>
              </a:ext>
            </a:extLst>
          </p:cNvPr>
          <p:cNvGraphicFramePr/>
          <p:nvPr/>
        </p:nvGraphicFramePr>
        <p:xfrm>
          <a:off xmlns:a="http://schemas.openxmlformats.org/drawingml/2006/main" x="1606850" y="2709754"/>
          <a:ext xmlns:a="http://schemas.openxmlformats.org/drawingml/2006/main" cx="15074299" cy="6746727"/>
        </p:xfrm>
        <a:graphic xmlns:a="http://schemas.openxmlformats.org/drawingml/2006/main">
          <a:graphicData uri="http://schemas.openxmlformats.org/drawingml/2006/table">
            <a:tbl>
              <a:tblPr/>
              <a:tblGrid>
                <a:gridCol w="3768575"/>
                <a:gridCol w="3768575"/>
                <a:gridCol w="3768575"/>
                <a:gridCol w="3768575"/>
              </a:tblGrid>
              <a:tr h="1847022">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r h="994673">
                <a:tc>
                  <a:txBody>
                    <a:bodyPr wrap="square" lIns="76200" tIns="47625" rIns="76200" bIns="47625" anchor="t">
                      <a:normAutofit/>
                    </a:bodyPr>
                    <a:lstStyle/>
                    <a:p>
                      <a:pPr algn="l">
                        <a:lnSpc>
                          <a:spcPts val="2520"/>
                        </a:lnSpc>
                        <a:buNone/>
                      </a:pPr>
                      <a:r>
                        <a:rPr sz="1350" b="1">
                          <a:solidFill>
                            <a:srgbClr val="17243D"/>
                          </a:solidFill>
                          <a:latin typeface="TT Fors Bold"/>
                          <a:ea typeface="TT Fors Bold"/>
                          <a:cs typeface="TT Fors Bold"/>
                        </a:rPr>
                        <a:t>Beauty</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0.1334 / 0.0680</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0.0823 / 0.0353</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3 seed/model; dekat Table 2.</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r h="994673">
                <a:tc>
                  <a:txBody>
                    <a:bodyPr wrap="square" lIns="76200" tIns="47625" rIns="76200" bIns="47625" anchor="t">
                      <a:normAutofit/>
                    </a:bodyPr>
                    <a:lstStyle/>
                    <a:p>
                      <a:pPr algn="l">
                        <a:lnSpc>
                          <a:spcPts val="2520"/>
                        </a:lnSpc>
                        <a:buNone/>
                      </a:pPr>
                      <a:r>
                        <a:rPr sz="1350" b="1">
                          <a:solidFill>
                            <a:srgbClr val="17243D"/>
                          </a:solidFill>
                          <a:latin typeface="TT Fors Bold"/>
                          <a:ea typeface="TT Fors Bold"/>
                          <a:cs typeface="TT Fors Bold"/>
                        </a:rPr>
                        <a:t>LastFM</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0.1110 / 0.0517</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0.0936 / 0.0475</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3 seed/model; audit strict.</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r h="994673">
                <a:tc>
                  <a:txBody>
                    <a:bodyPr wrap="square" lIns="76200" tIns="47625" rIns="76200" bIns="47625" anchor="t">
                      <a:normAutofit/>
                    </a:bodyPr>
                    <a:lstStyle/>
                    <a:p>
                      <a:pPr algn="l">
                        <a:lnSpc>
                          <a:spcPts val="2520"/>
                        </a:lnSpc>
                        <a:buNone/>
                      </a:pPr>
                      <a:r>
                        <a:rPr sz="1350" b="1">
                          <a:solidFill>
                            <a:srgbClr val="17243D"/>
                          </a:solidFill>
                          <a:latin typeface="TT Fors Bold"/>
                          <a:ea typeface="TT Fors Bold"/>
                          <a:cs typeface="TT Fors Bold"/>
                        </a:rPr>
                        <a:t>ML-1M</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0.3652 / 0.1701</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0.3199 / 0.1380</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350" b="0">
                          <a:solidFill>
                            <a:srgbClr val="17243D"/>
                          </a:solidFill>
                          <a:latin typeface="TT Fors"/>
                          <a:ea typeface="TT Fors"/>
                          <a:cs typeface="TT Fors"/>
                        </a:rPr>
                        <a:t>Seed 42; konfigurasi BSARec ≠ Table 6.</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r h="994673">
                <a:tc>
                  <a:txBody>
                    <a:bodyPr wrap="square" lIns="76200" tIns="47625" rIns="76200" bIns="47625" anchor="t">
                      <a:normAutofit/>
                    </a:bodyPr>
                    <a:lstStyle/>
                    <a:p>
                      <a:pPr algn="l">
                        <a:lnSpc>
                          <a:spcPts val="2520"/>
                        </a:lnSpc>
                        <a:buNone/>
                      </a:pPr>
                      <a:r>
                        <a:rPr sz="1200" b="1">
                          <a:solidFill>
                            <a:srgbClr val="17243D"/>
                          </a:solidFill>
                          <a:latin typeface="TT Fors Bold"/>
                          <a:ea typeface="TT Fors Bold"/>
                          <a:cs typeface="TT Fors Bold"/>
                        </a:rPr>
                        <a:t>Kesimpulan</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200" b="1">
                          <a:solidFill>
                            <a:srgbClr val="17243D"/>
                          </a:solidFill>
                          <a:latin typeface="TT Fors Bold"/>
                          <a:ea typeface="TT Fors Bold"/>
                          <a:cs typeface="TT Fors Bold"/>
                        </a:rPr>
                        <a:t>Lebih tinggi</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200" b="1">
                          <a:solidFill>
                            <a:srgbClr val="17243D"/>
                          </a:solidFill>
                          <a:latin typeface="TT Fors Bold"/>
                          <a:ea typeface="TT Fors Bold"/>
                          <a:cs typeface="TT Fors Bold"/>
                        </a:rPr>
                        <a:t>Pembanding</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wrap="square" lIns="76200" tIns="47625" rIns="76200" bIns="47625" anchor="t">
                      <a:normAutofit/>
                    </a:bodyPr>
                    <a:lstStyle/>
                    <a:p>
                      <a:pPr algn="ctr">
                        <a:lnSpc>
                          <a:spcPts val="2239"/>
                        </a:lnSpc>
                        <a:buNone/>
                      </a:pPr>
                      <a:r>
                        <a:rPr sz="1200" b="1">
                          <a:solidFill>
                            <a:srgbClr val="17243D"/>
                          </a:solidFill>
                          <a:latin typeface="TT Fors Bold"/>
                          <a:ea typeface="TT Fors Bold"/>
                          <a:cs typeface="TT Fors Bold"/>
                        </a:rPr>
                        <a:t>Selisih deskriptif; kekuatan bukti berbeda.</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r h="921013">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c>
                  <a:txBody>
                    <a:bodyPr anchor="t"/>
                    <a:lstStyle/>
                    <a:p>
                      <a:pPr algn="ctr">
                        <a:lnSpc>
                          <a:spcPts val="2436"/>
                        </a:lnSpc>
                        <a:buNone/>
                      </a:pPr>
                      <a:r>
                        <a:t/>
                      </a:r>
                      <a:endParaRPr sz="1100"/>
                    </a:p>
                  </a:txBody>
                  <a:tcPr marL="184173" marR="184173" marT="184173" marB="184173" anchor="ctr">
                    <a:lnL w="27626" cmpd="sng">
                      <a:solidFill>
                        <a:srgbClr val="BEC8D9"/>
                      </a:solidFill>
                      <a:prstDash val="solid"/>
                    </a:lnL>
                    <a:lnR w="27626" cmpd="sng">
                      <a:solidFill>
                        <a:srgbClr val="BEC8D9"/>
                      </a:solidFill>
                      <a:prstDash val="solid"/>
                    </a:lnR>
                    <a:lnT w="27626" cmpd="sng">
                      <a:solidFill>
                        <a:srgbClr val="BEC8D9"/>
                      </a:solidFill>
                      <a:prstDash val="solid"/>
                    </a:lnT>
                    <a:lnB w="27626" cmpd="sng">
                      <a:solidFill>
                        <a:srgbClr val="BEC8D9"/>
                      </a:solidFill>
                      <a:prstDash val="solid"/>
                    </a:lnB>
                    <a:solidFill>
                      <a:srgbClr val="FFFFFF"/>
                    </a:solidFill>
                  </a:tcPr>
                </a:tc>
              </a:tr>
            </a:tbl>
          </a:graphicData>
        </a:graphic>
      </p:graphicFrame>
      <p:sp>
        <p:nvSpPr>
          <p:cNvPr id="4" name="Freeform 4">
            <a:extLst xmlns:a="http://schemas.openxmlformats.org/drawingml/2006/main">
              <a:ext uri="{FF2B5EF4-FFF2-40B4-BE49-F238E27FC236}">
                <a16:creationId xmlns:a16="http://schemas.microsoft.com/office/drawing/2014/main" id="{175DCEA3-E98D-464E-BF42-EE54D1C782F8}"/>
              </a:ext>
            </a:extLst>
          </p:cNvPr>
          <p:cNvSpPr>
            <a:spLocks xmlns:a="http://schemas.openxmlformats.org/drawingml/2006/main" noGrp="1"/>
          </p:cNvSpPr>
          <p:nvPr/>
        </p:nvSpPr>
        <p:spPr>
          <a:xfrm xmlns:a="http://schemas.openxmlformats.org/drawingml/2006/main" rot="0" flipH="0" flipV="0">
            <a:off x="1883573" y="2575854"/>
            <a:ext cx="3250506" cy="1733550"/>
          </a:xfrm>
          <a:custGeom xmlns:a="http://schemas.openxmlformats.org/drawingml/2006/main">
            <a:rect l="l" t="t" r="r" b="b"/>
            <a:pathLst>
              <a:path w="856100" h="456573">
                <a:moveTo>
                  <a:pt x="856100" y="0"/>
                </a:moveTo>
                <a:lnTo>
                  <a:pt x="856100" y="342273"/>
                </a:lnTo>
                <a:lnTo>
                  <a:pt x="428050" y="456573"/>
                </a:lnTo>
                <a:lnTo>
                  <a:pt x="0" y="342273"/>
                </a:lnTo>
                <a:lnTo>
                  <a:pt x="0" y="0"/>
                </a:lnTo>
                <a:lnTo>
                  <a:pt x="856100" y="0"/>
                </a:lnTo>
                <a:close/>
              </a:path>
            </a:pathLst>
          </a:custGeom>
          <a:solidFill xmlns:a="http://schemas.openxmlformats.org/drawingml/2006/main">
            <a:srgbClr val="122359"/>
          </a:solidFill>
        </p:spPr>
      </p:sp>
      <p:sp>
        <p:nvSpPr>
          <p:cNvPr id="5" name="TextBox 5">
            <a:extLst xmlns:a="http://schemas.openxmlformats.org/drawingml/2006/main">
              <a:ext uri="{FF2B5EF4-FFF2-40B4-BE49-F238E27FC236}">
                <a16:creationId xmlns:a16="http://schemas.microsoft.com/office/drawing/2014/main" id="{D4BA3B8D-C8CE-4908-BB2E-85A33A9CAA02}"/>
              </a:ext>
            </a:extLst>
          </p:cNvPr>
          <p:cNvSpPr>
            <a:spLocks xmlns:a="http://schemas.openxmlformats.org/drawingml/2006/main" noGrp="1"/>
          </p:cNvSpPr>
          <p:nvPr/>
        </p:nvSpPr>
        <p:spPr>
          <a:xfrm xmlns:a="http://schemas.openxmlformats.org/drawingml/2006/main" rot="0" flipH="0" flipV="0">
            <a:off x="1883573" y="2431194"/>
            <a:ext cx="3250506" cy="144422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7" name="Freeform 7">
            <a:extLst xmlns:a="http://schemas.openxmlformats.org/drawingml/2006/main">
              <a:ext uri="{FF2B5EF4-FFF2-40B4-BE49-F238E27FC236}">
                <a16:creationId xmlns:a16="http://schemas.microsoft.com/office/drawing/2014/main" id="{5086B62B-CFF9-440C-A30D-8E11C1D7DE0E}"/>
              </a:ext>
            </a:extLst>
          </p:cNvPr>
          <p:cNvSpPr>
            <a:spLocks xmlns:a="http://schemas.openxmlformats.org/drawingml/2006/main" noGrp="1"/>
          </p:cNvSpPr>
          <p:nvPr/>
        </p:nvSpPr>
        <p:spPr>
          <a:xfrm xmlns:a="http://schemas.openxmlformats.org/drawingml/2006/main" rot="0" flipH="0" flipV="0">
            <a:off x="5604146" y="2575854"/>
            <a:ext cx="3296390" cy="1733550"/>
          </a:xfrm>
          <a:custGeom xmlns:a="http://schemas.openxmlformats.org/drawingml/2006/main">
            <a:rect l="l" t="t" r="r" b="b"/>
            <a:pathLst>
              <a:path w="868185" h="456573">
                <a:moveTo>
                  <a:pt x="868185" y="0"/>
                </a:moveTo>
                <a:lnTo>
                  <a:pt x="868185" y="342273"/>
                </a:lnTo>
                <a:lnTo>
                  <a:pt x="434092" y="456573"/>
                </a:lnTo>
                <a:lnTo>
                  <a:pt x="0" y="342273"/>
                </a:lnTo>
                <a:lnTo>
                  <a:pt x="0" y="0"/>
                </a:lnTo>
                <a:lnTo>
                  <a:pt x="868185" y="0"/>
                </a:lnTo>
                <a:close/>
              </a:path>
            </a:pathLst>
          </a:custGeom>
          <a:solidFill xmlns:a="http://schemas.openxmlformats.org/drawingml/2006/main">
            <a:srgbClr val="3E6398"/>
          </a:solidFill>
        </p:spPr>
      </p:sp>
      <p:sp>
        <p:nvSpPr>
          <p:cNvPr id="8" name="TextBox 8">
            <a:extLst xmlns:a="http://schemas.openxmlformats.org/drawingml/2006/main">
              <a:ext uri="{FF2B5EF4-FFF2-40B4-BE49-F238E27FC236}">
                <a16:creationId xmlns:a16="http://schemas.microsoft.com/office/drawing/2014/main" id="{27078AAA-9898-434C-B335-EF9DEC6FB5EC}"/>
              </a:ext>
            </a:extLst>
          </p:cNvPr>
          <p:cNvSpPr>
            <a:spLocks xmlns:a="http://schemas.openxmlformats.org/drawingml/2006/main" noGrp="1"/>
          </p:cNvSpPr>
          <p:nvPr/>
        </p:nvSpPr>
        <p:spPr>
          <a:xfrm xmlns:a="http://schemas.openxmlformats.org/drawingml/2006/main" rot="0" flipH="0" flipV="0">
            <a:off x="5604146" y="2431194"/>
            <a:ext cx="3296390" cy="144422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0" name="Freeform 10">
            <a:extLst xmlns:a="http://schemas.openxmlformats.org/drawingml/2006/main">
              <a:ext uri="{FF2B5EF4-FFF2-40B4-BE49-F238E27FC236}">
                <a16:creationId xmlns:a16="http://schemas.microsoft.com/office/drawing/2014/main" id="{E80B4BC5-0A0E-494C-A9F5-E674176FFE7A}"/>
              </a:ext>
            </a:extLst>
          </p:cNvPr>
          <p:cNvSpPr>
            <a:spLocks xmlns:a="http://schemas.openxmlformats.org/drawingml/2006/main" noGrp="1"/>
          </p:cNvSpPr>
          <p:nvPr/>
        </p:nvSpPr>
        <p:spPr>
          <a:xfrm xmlns:a="http://schemas.openxmlformats.org/drawingml/2006/main" rot="0" flipH="0" flipV="0">
            <a:off x="9370603" y="2575854"/>
            <a:ext cx="3296390" cy="1733550"/>
          </a:xfrm>
          <a:custGeom xmlns:a="http://schemas.openxmlformats.org/drawingml/2006/main">
            <a:rect l="l" t="t" r="r" b="b"/>
            <a:pathLst>
              <a:path w="868185" h="456573">
                <a:moveTo>
                  <a:pt x="868185" y="0"/>
                </a:moveTo>
                <a:lnTo>
                  <a:pt x="868185" y="342273"/>
                </a:lnTo>
                <a:lnTo>
                  <a:pt x="434092" y="456573"/>
                </a:lnTo>
                <a:lnTo>
                  <a:pt x="0" y="342273"/>
                </a:lnTo>
                <a:lnTo>
                  <a:pt x="0" y="0"/>
                </a:lnTo>
                <a:lnTo>
                  <a:pt x="868185" y="0"/>
                </a:lnTo>
                <a:close/>
              </a:path>
            </a:pathLst>
          </a:custGeom>
          <a:solidFill xmlns:a="http://schemas.openxmlformats.org/drawingml/2006/main">
            <a:srgbClr val="BEC8DA"/>
          </a:solidFill>
        </p:spPr>
      </p:sp>
      <p:sp>
        <p:nvSpPr>
          <p:cNvPr id="11" name="TextBox 11">
            <a:extLst xmlns:a="http://schemas.openxmlformats.org/drawingml/2006/main">
              <a:ext uri="{FF2B5EF4-FFF2-40B4-BE49-F238E27FC236}">
                <a16:creationId xmlns:a16="http://schemas.microsoft.com/office/drawing/2014/main" id="{0996F4FE-AF89-446A-BC05-038C6452EBBF}"/>
              </a:ext>
            </a:extLst>
          </p:cNvPr>
          <p:cNvSpPr>
            <a:spLocks xmlns:a="http://schemas.openxmlformats.org/drawingml/2006/main" noGrp="1"/>
          </p:cNvSpPr>
          <p:nvPr/>
        </p:nvSpPr>
        <p:spPr>
          <a:xfrm xmlns:a="http://schemas.openxmlformats.org/drawingml/2006/main" rot="0" flipH="0" flipV="0">
            <a:off x="9370603" y="2431194"/>
            <a:ext cx="3296390" cy="144422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3" name="Freeform 13">
            <a:extLst xmlns:a="http://schemas.openxmlformats.org/drawingml/2006/main">
              <a:ext uri="{FF2B5EF4-FFF2-40B4-BE49-F238E27FC236}">
                <a16:creationId xmlns:a16="http://schemas.microsoft.com/office/drawing/2014/main" id="{DD9AD17E-32C7-4DCF-A1A6-F44DED12DB8B}"/>
              </a:ext>
            </a:extLst>
          </p:cNvPr>
          <p:cNvSpPr>
            <a:spLocks xmlns:a="http://schemas.openxmlformats.org/drawingml/2006/main" noGrp="1"/>
          </p:cNvSpPr>
          <p:nvPr/>
        </p:nvSpPr>
        <p:spPr>
          <a:xfrm xmlns:a="http://schemas.openxmlformats.org/drawingml/2006/main" rot="0" flipH="0" flipV="0">
            <a:off x="13131378" y="2575854"/>
            <a:ext cx="3296390" cy="1733550"/>
          </a:xfrm>
          <a:custGeom xmlns:a="http://schemas.openxmlformats.org/drawingml/2006/main">
            <a:rect l="l" t="t" r="r" b="b"/>
            <a:pathLst>
              <a:path w="868185" h="456573">
                <a:moveTo>
                  <a:pt x="868185" y="0"/>
                </a:moveTo>
                <a:lnTo>
                  <a:pt x="868185" y="342273"/>
                </a:lnTo>
                <a:lnTo>
                  <a:pt x="434092" y="456573"/>
                </a:lnTo>
                <a:lnTo>
                  <a:pt x="0" y="342273"/>
                </a:lnTo>
                <a:lnTo>
                  <a:pt x="0" y="0"/>
                </a:lnTo>
                <a:lnTo>
                  <a:pt x="868185" y="0"/>
                </a:lnTo>
                <a:close/>
              </a:path>
            </a:pathLst>
          </a:custGeom>
          <a:solidFill xmlns:a="http://schemas.openxmlformats.org/drawingml/2006/main">
            <a:srgbClr val="F68D55"/>
          </a:solidFill>
        </p:spPr>
      </p:sp>
      <p:sp>
        <p:nvSpPr>
          <p:cNvPr id="14" name="TextBox 14">
            <a:extLst xmlns:a="http://schemas.openxmlformats.org/drawingml/2006/main">
              <a:ext uri="{FF2B5EF4-FFF2-40B4-BE49-F238E27FC236}">
                <a16:creationId xmlns:a16="http://schemas.microsoft.com/office/drawing/2014/main" id="{5E3C2B13-001B-4E74-9BC0-47F8CE47761A}"/>
              </a:ext>
            </a:extLst>
          </p:cNvPr>
          <p:cNvSpPr>
            <a:spLocks xmlns:a="http://schemas.openxmlformats.org/drawingml/2006/main" noGrp="1"/>
          </p:cNvSpPr>
          <p:nvPr/>
        </p:nvSpPr>
        <p:spPr>
          <a:xfrm xmlns:a="http://schemas.openxmlformats.org/drawingml/2006/main" rot="0" flipH="0" flipV="0">
            <a:off x="13131378" y="2431194"/>
            <a:ext cx="3296390" cy="144422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marL="0" lvl="0" indent="0" algn="ctr">
              <a:lnSpc>
                <a:spcPts val="2520"/>
              </a:lnSpc>
              <a:spcBef>
                <a:spcPct val="0"/>
              </a:spcBef>
              <a:buNone/>
            </a:pPr>
          </a:p>
        </p:txBody>
      </p:sp>
      <p:sp>
        <p:nvSpPr>
          <p:cNvPr id="16" name="Freeform 16">
            <a:extLst xmlns:a="http://schemas.openxmlformats.org/drawingml/2006/main">
              <a:ext uri="{FF2B5EF4-FFF2-40B4-BE49-F238E27FC236}">
                <a16:creationId xmlns:a16="http://schemas.microsoft.com/office/drawing/2014/main" id="{7148408D-3726-4DEB-A929-DD36E255C428}"/>
              </a:ext>
            </a:extLst>
          </p:cNvPr>
          <p:cNvSpPr>
            <a:spLocks xmlns:a="http://schemas.openxmlformats.org/drawingml/2006/main" noGrp="1"/>
          </p:cNvSpPr>
          <p:nvPr/>
        </p:nvSpPr>
        <p:spPr>
          <a:xfrm xmlns:a="http://schemas.openxmlformats.org/drawingml/2006/main" rot="0" flipH="0" flipV="0">
            <a:off x="2234451" y="8757426"/>
            <a:ext cx="2548751" cy="463676"/>
          </a:xfrm>
          <a:custGeom xmlns:a="http://schemas.openxmlformats.org/drawingml/2006/main">
            <a:rect l="l" t="t" r="r" b="b"/>
            <a:pathLst>
              <a:path w="1095522" h="199301">
                <a:moveTo>
                  <a:pt x="99650" y="0"/>
                </a:moveTo>
                <a:lnTo>
                  <a:pt x="995871" y="0"/>
                </a:lnTo>
                <a:cubicBezTo>
                  <a:pt x="1050907" y="0"/>
                  <a:pt x="1095522" y="44615"/>
                  <a:pt x="1095522" y="99650"/>
                </a:cubicBezTo>
                <a:lnTo>
                  <a:pt x="1095522" y="99650"/>
                </a:lnTo>
                <a:cubicBezTo>
                  <a:pt x="1095522" y="126079"/>
                  <a:pt x="1085023" y="151426"/>
                  <a:pt x="1066335" y="170114"/>
                </a:cubicBezTo>
                <a:cubicBezTo>
                  <a:pt x="1047647" y="188802"/>
                  <a:pt x="1022300" y="199301"/>
                  <a:pt x="995871" y="199301"/>
                </a:cubicBezTo>
                <a:lnTo>
                  <a:pt x="99650" y="199301"/>
                </a:lnTo>
                <a:cubicBezTo>
                  <a:pt x="73221" y="199301"/>
                  <a:pt x="47875" y="188802"/>
                  <a:pt x="29187" y="170114"/>
                </a:cubicBezTo>
                <a:cubicBezTo>
                  <a:pt x="10499" y="151426"/>
                  <a:pt x="0" y="126079"/>
                  <a:pt x="0" y="99650"/>
                </a:cubicBezTo>
                <a:lnTo>
                  <a:pt x="0" y="99650"/>
                </a:lnTo>
                <a:cubicBezTo>
                  <a:pt x="0" y="73221"/>
                  <a:pt x="10499" y="47875"/>
                  <a:pt x="29187" y="29187"/>
                </a:cubicBezTo>
                <a:cubicBezTo>
                  <a:pt x="47875" y="10499"/>
                  <a:pt x="73221" y="0"/>
                  <a:pt x="99650" y="0"/>
                </a:cubicBezTo>
                <a:close/>
              </a:path>
            </a:pathLst>
          </a:custGeom>
          <a:solidFill xmlns:a="http://schemas.openxmlformats.org/drawingml/2006/main">
            <a:srgbClr val="122359"/>
          </a:solidFill>
        </p:spPr>
      </p:sp>
      <p:sp>
        <p:nvSpPr>
          <p:cNvPr id="17" name="TextBox 17">
            <a:extLst xmlns:a="http://schemas.openxmlformats.org/drawingml/2006/main">
              <a:ext uri="{FF2B5EF4-FFF2-40B4-BE49-F238E27FC236}">
                <a16:creationId xmlns:a16="http://schemas.microsoft.com/office/drawing/2014/main" id="{A52613D4-2645-4DD6-93D3-652EC20BDCF8}"/>
              </a:ext>
            </a:extLst>
          </p:cNvPr>
          <p:cNvSpPr>
            <a:spLocks xmlns:a="http://schemas.openxmlformats.org/drawingml/2006/main" noGrp="1"/>
          </p:cNvSpPr>
          <p:nvPr/>
        </p:nvSpPr>
        <p:spPr>
          <a:xfrm xmlns:a="http://schemas.openxmlformats.org/drawingml/2006/main" rot="0" flipH="0" flipV="0">
            <a:off x="2234451" y="8668786"/>
            <a:ext cx="2548749" cy="552316"/>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lvl="0" indent="0" algn="ctr">
              <a:lnSpc>
                <a:spcPts val="2240"/>
              </a:lnSpc>
              <a:spcBef>
                <a:spcPct val="0"/>
              </a:spcBef>
              <a:buNone/>
            </a:pPr>
            <a:r>
              <a:rPr sz="1275" b="1">
                <a:solidFill>
                  <a:srgbClr val="FFFFFF"/>
                </a:solidFill>
                <a:latin typeface="TT Fors Bold"/>
                <a:ea typeface="TT Fors Bold"/>
                <a:cs typeface="TT Fors Bold"/>
              </a:rPr>
              <a:t>MEAN 3 SEED</a:t>
            </a:r>
          </a:p>
        </p:txBody>
      </p:sp>
      <p:sp>
        <p:nvSpPr>
          <p:cNvPr id="19" name="Freeform 19">
            <a:extLst xmlns:a="http://schemas.openxmlformats.org/drawingml/2006/main">
              <a:ext uri="{FF2B5EF4-FFF2-40B4-BE49-F238E27FC236}">
                <a16:creationId xmlns:a16="http://schemas.microsoft.com/office/drawing/2014/main" id="{7277FCBD-B73B-40CD-B452-3897A9BE47C1}"/>
              </a:ext>
            </a:extLst>
          </p:cNvPr>
          <p:cNvSpPr>
            <a:spLocks xmlns:a="http://schemas.openxmlformats.org/drawingml/2006/main" noGrp="1"/>
          </p:cNvSpPr>
          <p:nvPr/>
        </p:nvSpPr>
        <p:spPr>
          <a:xfrm xmlns:a="http://schemas.openxmlformats.org/drawingml/2006/main" rot="0" flipH="0" flipV="0">
            <a:off x="5977966" y="8757426"/>
            <a:ext cx="2548751" cy="463676"/>
          </a:xfrm>
          <a:custGeom xmlns:a="http://schemas.openxmlformats.org/drawingml/2006/main">
            <a:rect l="l" t="t" r="r" b="b"/>
            <a:pathLst>
              <a:path w="1095522" h="199301">
                <a:moveTo>
                  <a:pt x="99650" y="0"/>
                </a:moveTo>
                <a:lnTo>
                  <a:pt x="995871" y="0"/>
                </a:lnTo>
                <a:cubicBezTo>
                  <a:pt x="1050907" y="0"/>
                  <a:pt x="1095522" y="44615"/>
                  <a:pt x="1095522" y="99650"/>
                </a:cubicBezTo>
                <a:lnTo>
                  <a:pt x="1095522" y="99650"/>
                </a:lnTo>
                <a:cubicBezTo>
                  <a:pt x="1095522" y="126079"/>
                  <a:pt x="1085023" y="151426"/>
                  <a:pt x="1066335" y="170114"/>
                </a:cubicBezTo>
                <a:cubicBezTo>
                  <a:pt x="1047647" y="188802"/>
                  <a:pt x="1022300" y="199301"/>
                  <a:pt x="995871" y="199301"/>
                </a:cubicBezTo>
                <a:lnTo>
                  <a:pt x="99650" y="199301"/>
                </a:lnTo>
                <a:cubicBezTo>
                  <a:pt x="73221" y="199301"/>
                  <a:pt x="47875" y="188802"/>
                  <a:pt x="29187" y="170114"/>
                </a:cubicBezTo>
                <a:cubicBezTo>
                  <a:pt x="10499" y="151426"/>
                  <a:pt x="0" y="126079"/>
                  <a:pt x="0" y="99650"/>
                </a:cubicBezTo>
                <a:lnTo>
                  <a:pt x="0" y="99650"/>
                </a:lnTo>
                <a:cubicBezTo>
                  <a:pt x="0" y="73221"/>
                  <a:pt x="10499" y="47875"/>
                  <a:pt x="29187" y="29187"/>
                </a:cubicBezTo>
                <a:cubicBezTo>
                  <a:pt x="47875" y="10499"/>
                  <a:pt x="73221" y="0"/>
                  <a:pt x="99650" y="0"/>
                </a:cubicBezTo>
                <a:close/>
              </a:path>
            </a:pathLst>
          </a:custGeom>
          <a:solidFill xmlns:a="http://schemas.openxmlformats.org/drawingml/2006/main">
            <a:srgbClr val="3E6398"/>
          </a:solidFill>
        </p:spPr>
      </p:sp>
      <p:sp>
        <p:nvSpPr>
          <p:cNvPr id="20" name="TextBox 20">
            <a:extLst xmlns:a="http://schemas.openxmlformats.org/drawingml/2006/main">
              <a:ext uri="{FF2B5EF4-FFF2-40B4-BE49-F238E27FC236}">
                <a16:creationId xmlns:a16="http://schemas.microsoft.com/office/drawing/2014/main" id="{A1177484-E812-48C9-B1B6-0E31293BC127}"/>
              </a:ext>
            </a:extLst>
          </p:cNvPr>
          <p:cNvSpPr>
            <a:spLocks xmlns:a="http://schemas.openxmlformats.org/drawingml/2006/main" noGrp="1"/>
          </p:cNvSpPr>
          <p:nvPr/>
        </p:nvSpPr>
        <p:spPr>
          <a:xfrm xmlns:a="http://schemas.openxmlformats.org/drawingml/2006/main" rot="0" flipH="0" flipV="0">
            <a:off x="5977966" y="8668786"/>
            <a:ext cx="2548749" cy="552316"/>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lvl="0" indent="0" algn="ctr">
              <a:lnSpc>
                <a:spcPts val="2240"/>
              </a:lnSpc>
              <a:spcBef>
                <a:spcPct val="0"/>
              </a:spcBef>
              <a:buNone/>
            </a:pPr>
            <a:r>
              <a:rPr sz="1275" b="1">
                <a:solidFill>
                  <a:srgbClr val="FFFFFF"/>
                </a:solidFill>
                <a:latin typeface="TT Fors Bold"/>
                <a:ea typeface="TT Fors Bold"/>
                <a:cs typeface="TT Fors Bold"/>
              </a:rPr>
              <a:t>MEAN 3 SEED</a:t>
            </a:r>
          </a:p>
        </p:txBody>
      </p:sp>
      <p:sp>
        <p:nvSpPr>
          <p:cNvPr id="22" name="Freeform 22">
            <a:extLst xmlns:a="http://schemas.openxmlformats.org/drawingml/2006/main">
              <a:ext uri="{FF2B5EF4-FFF2-40B4-BE49-F238E27FC236}">
                <a16:creationId xmlns:a16="http://schemas.microsoft.com/office/drawing/2014/main" id="{68BB8C58-B31C-4686-B63F-53C680FE235E}"/>
              </a:ext>
            </a:extLst>
          </p:cNvPr>
          <p:cNvSpPr>
            <a:spLocks xmlns:a="http://schemas.openxmlformats.org/drawingml/2006/main" noGrp="1"/>
          </p:cNvSpPr>
          <p:nvPr/>
        </p:nvSpPr>
        <p:spPr>
          <a:xfrm xmlns:a="http://schemas.openxmlformats.org/drawingml/2006/main" rot="0" flipH="0" flipV="0">
            <a:off x="9721482" y="8757426"/>
            <a:ext cx="2548751" cy="463676"/>
          </a:xfrm>
          <a:custGeom xmlns:a="http://schemas.openxmlformats.org/drawingml/2006/main">
            <a:rect l="l" t="t" r="r" b="b"/>
            <a:pathLst>
              <a:path w="1095522" h="199301">
                <a:moveTo>
                  <a:pt x="99650" y="0"/>
                </a:moveTo>
                <a:lnTo>
                  <a:pt x="995871" y="0"/>
                </a:lnTo>
                <a:cubicBezTo>
                  <a:pt x="1050907" y="0"/>
                  <a:pt x="1095522" y="44615"/>
                  <a:pt x="1095522" y="99650"/>
                </a:cubicBezTo>
                <a:lnTo>
                  <a:pt x="1095522" y="99650"/>
                </a:lnTo>
                <a:cubicBezTo>
                  <a:pt x="1095522" y="126079"/>
                  <a:pt x="1085023" y="151426"/>
                  <a:pt x="1066335" y="170114"/>
                </a:cubicBezTo>
                <a:cubicBezTo>
                  <a:pt x="1047647" y="188802"/>
                  <a:pt x="1022300" y="199301"/>
                  <a:pt x="995871" y="199301"/>
                </a:cubicBezTo>
                <a:lnTo>
                  <a:pt x="99650" y="199301"/>
                </a:lnTo>
                <a:cubicBezTo>
                  <a:pt x="73221" y="199301"/>
                  <a:pt x="47875" y="188802"/>
                  <a:pt x="29187" y="170114"/>
                </a:cubicBezTo>
                <a:cubicBezTo>
                  <a:pt x="10499" y="151426"/>
                  <a:pt x="0" y="126079"/>
                  <a:pt x="0" y="99650"/>
                </a:cubicBezTo>
                <a:lnTo>
                  <a:pt x="0" y="99650"/>
                </a:lnTo>
                <a:cubicBezTo>
                  <a:pt x="0" y="73221"/>
                  <a:pt x="10499" y="47875"/>
                  <a:pt x="29187" y="29187"/>
                </a:cubicBezTo>
                <a:cubicBezTo>
                  <a:pt x="47875" y="10499"/>
                  <a:pt x="73221" y="0"/>
                  <a:pt x="99650" y="0"/>
                </a:cubicBezTo>
                <a:close/>
              </a:path>
            </a:pathLst>
          </a:custGeom>
          <a:solidFill xmlns:a="http://schemas.openxmlformats.org/drawingml/2006/main">
            <a:srgbClr val="BEC8DA"/>
          </a:solidFill>
        </p:spPr>
      </p:sp>
      <p:sp>
        <p:nvSpPr>
          <p:cNvPr id="23" name="TextBox 23">
            <a:extLst xmlns:a="http://schemas.openxmlformats.org/drawingml/2006/main">
              <a:ext uri="{FF2B5EF4-FFF2-40B4-BE49-F238E27FC236}">
                <a16:creationId xmlns:a16="http://schemas.microsoft.com/office/drawing/2014/main" id="{232ADA3E-7BA4-4AAA-80CD-B6EEBD52C9C7}"/>
              </a:ext>
            </a:extLst>
          </p:cNvPr>
          <p:cNvSpPr>
            <a:spLocks xmlns:a="http://schemas.openxmlformats.org/drawingml/2006/main" noGrp="1"/>
          </p:cNvSpPr>
          <p:nvPr/>
        </p:nvSpPr>
        <p:spPr>
          <a:xfrm xmlns:a="http://schemas.openxmlformats.org/drawingml/2006/main" rot="0" flipH="0" flipV="0">
            <a:off x="9721482" y="8668786"/>
            <a:ext cx="2548749" cy="552316"/>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lvl="0" indent="0" algn="ctr">
              <a:lnSpc>
                <a:spcPts val="2240"/>
              </a:lnSpc>
              <a:spcBef>
                <a:spcPct val="0"/>
              </a:spcBef>
              <a:buNone/>
            </a:pPr>
            <a:r>
              <a:rPr sz="1275" b="1">
                <a:solidFill>
                  <a:srgbClr val="000000"/>
                </a:solidFill>
                <a:latin typeface="TT Fors Bold"/>
                <a:ea typeface="TT Fors Bold"/>
                <a:cs typeface="TT Fors Bold"/>
              </a:rPr>
              <a:t>PILOT s42</a:t>
            </a:r>
          </a:p>
        </p:txBody>
      </p:sp>
      <p:sp>
        <p:nvSpPr>
          <p:cNvPr id="25" name="Freeform 25">
            <a:extLst xmlns:a="http://schemas.openxmlformats.org/drawingml/2006/main">
              <a:ext uri="{FF2B5EF4-FFF2-40B4-BE49-F238E27FC236}">
                <a16:creationId xmlns:a16="http://schemas.microsoft.com/office/drawing/2014/main" id="{51E7AAA0-BE79-4B90-A5FC-F5F54532819E}"/>
              </a:ext>
            </a:extLst>
          </p:cNvPr>
          <p:cNvSpPr>
            <a:spLocks xmlns:a="http://schemas.openxmlformats.org/drawingml/2006/main" noGrp="1"/>
          </p:cNvSpPr>
          <p:nvPr/>
        </p:nvSpPr>
        <p:spPr>
          <a:xfrm xmlns:a="http://schemas.openxmlformats.org/drawingml/2006/main" rot="0" flipH="0" flipV="0">
            <a:off x="13464997" y="8757426"/>
            <a:ext cx="2548751" cy="463676"/>
          </a:xfrm>
          <a:custGeom xmlns:a="http://schemas.openxmlformats.org/drawingml/2006/main">
            <a:rect l="l" t="t" r="r" b="b"/>
            <a:pathLst>
              <a:path w="1095522" h="199301">
                <a:moveTo>
                  <a:pt x="99650" y="0"/>
                </a:moveTo>
                <a:lnTo>
                  <a:pt x="995871" y="0"/>
                </a:lnTo>
                <a:cubicBezTo>
                  <a:pt x="1050907" y="0"/>
                  <a:pt x="1095522" y="44615"/>
                  <a:pt x="1095522" y="99650"/>
                </a:cubicBezTo>
                <a:lnTo>
                  <a:pt x="1095522" y="99650"/>
                </a:lnTo>
                <a:cubicBezTo>
                  <a:pt x="1095522" y="126079"/>
                  <a:pt x="1085023" y="151426"/>
                  <a:pt x="1066335" y="170114"/>
                </a:cubicBezTo>
                <a:cubicBezTo>
                  <a:pt x="1047647" y="188802"/>
                  <a:pt x="1022300" y="199301"/>
                  <a:pt x="995871" y="199301"/>
                </a:cubicBezTo>
                <a:lnTo>
                  <a:pt x="99650" y="199301"/>
                </a:lnTo>
                <a:cubicBezTo>
                  <a:pt x="73221" y="199301"/>
                  <a:pt x="47875" y="188802"/>
                  <a:pt x="29187" y="170114"/>
                </a:cubicBezTo>
                <a:cubicBezTo>
                  <a:pt x="10499" y="151426"/>
                  <a:pt x="0" y="126079"/>
                  <a:pt x="0" y="99650"/>
                </a:cubicBezTo>
                <a:lnTo>
                  <a:pt x="0" y="99650"/>
                </a:lnTo>
                <a:cubicBezTo>
                  <a:pt x="0" y="73221"/>
                  <a:pt x="10499" y="47875"/>
                  <a:pt x="29187" y="29187"/>
                </a:cubicBezTo>
                <a:cubicBezTo>
                  <a:pt x="47875" y="10499"/>
                  <a:pt x="73221" y="0"/>
                  <a:pt x="99650" y="0"/>
                </a:cubicBezTo>
                <a:close/>
              </a:path>
            </a:pathLst>
          </a:custGeom>
          <a:solidFill xmlns:a="http://schemas.openxmlformats.org/drawingml/2006/main">
            <a:srgbClr val="F68D55"/>
          </a:solidFill>
        </p:spPr>
      </p:sp>
      <p:sp>
        <p:nvSpPr>
          <p:cNvPr id="26" name="TextBox 26">
            <a:extLst xmlns:a="http://schemas.openxmlformats.org/drawingml/2006/main">
              <a:ext uri="{FF2B5EF4-FFF2-40B4-BE49-F238E27FC236}">
                <a16:creationId xmlns:a16="http://schemas.microsoft.com/office/drawing/2014/main" id="{4E60A36B-0829-4AB3-9FCE-B8FCDB0D5D98}"/>
              </a:ext>
            </a:extLst>
          </p:cNvPr>
          <p:cNvSpPr>
            <a:spLocks xmlns:a="http://schemas.openxmlformats.org/drawingml/2006/main" noGrp="1"/>
          </p:cNvSpPr>
          <p:nvPr/>
        </p:nvSpPr>
        <p:spPr>
          <a:xfrm xmlns:a="http://schemas.openxmlformats.org/drawingml/2006/main" rot="0" flipH="0" flipV="0">
            <a:off x="13464997" y="8668786"/>
            <a:ext cx="2548749" cy="552316"/>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defPPr>
              <a:defRPr sz="1275"/>
            </a:defPPr>
            <a:lvl1pPr>
              <a:defRPr sz="1275"/>
            </a:lvl1pPr>
            <a:lvl2pPr>
              <a:defRPr sz="1275"/>
            </a:lvl2pPr>
            <a:lvl3pPr>
              <a:defRPr sz="1275"/>
            </a:lvl3pPr>
            <a:lvl4pPr>
              <a:defRPr sz="1275"/>
            </a:lvl4pPr>
            <a:lvl5pPr>
              <a:defRPr sz="1275"/>
            </a:lvl5pPr>
            <a:lvl6pPr>
              <a:defRPr sz="1275"/>
            </a:lvl6pPr>
            <a:lvl7pPr>
              <a:defRPr sz="1275"/>
            </a:lvl7pPr>
            <a:lvl8pPr>
              <a:defRPr sz="1275"/>
            </a:lvl8pPr>
            <a:lvl9pPr>
              <a:defRPr sz="1275"/>
            </a:lvl9pPr>
          </a:lstStyle>
          <a:p xmlns:a="http://schemas.openxmlformats.org/drawingml/2006/main">
            <a:pPr marL="0" lvl="0" indent="0" algn="ctr">
              <a:lnSpc>
                <a:spcPts val="2240"/>
              </a:lnSpc>
              <a:spcBef>
                <a:spcPct val="0"/>
              </a:spcBef>
              <a:buNone/>
            </a:pPr>
            <a:r>
              <a:rPr sz="1275" b="1">
                <a:solidFill>
                  <a:srgbClr val="000000"/>
                </a:solidFill>
                <a:latin typeface="TT Fors Bold"/>
                <a:ea typeface="TT Fors Bold"/>
                <a:cs typeface="TT Fors Bold"/>
              </a:rPr>
              <a:t>BACA DENGAN CAVEAT</a:t>
            </a:r>
          </a:p>
        </p:txBody>
      </p:sp>
      <p:sp>
        <p:nvSpPr>
          <p:cNvPr id="27" name="Freeform 27">
            <a:extLst xmlns:a="http://schemas.openxmlformats.org/drawingml/2006/main">
              <a:ext uri="{FF2B5EF4-FFF2-40B4-BE49-F238E27FC236}">
                <a16:creationId xmlns:a16="http://schemas.microsoft.com/office/drawing/2014/main" id="{0B239C17-EF40-403E-BD48-50ED1712CB24}"/>
              </a:ext>
            </a:extLst>
          </p:cNvPr>
          <p:cNvSpPr>
            <a:spLocks xmlns:a="http://schemas.openxmlformats.org/drawingml/2006/main" noGrp="1"/>
          </p:cNvSpPr>
          <p:nvPr/>
        </p:nvSpPr>
        <p:spPr>
          <a:xfrm xmlns:a="http://schemas.openxmlformats.org/drawingml/2006/main" rot="0" flipH="0" flipV="0">
            <a:off x="10684110" y="3030658"/>
            <a:ext cx="669376" cy="481951"/>
          </a:xfrm>
          <a:custGeom xmlns:a="http://schemas.openxmlformats.org/drawingml/2006/main">
            <a:rect l="l" t="t" r="r" b="b"/>
            <a:pathLst>
              <a:path w="669376" h="481951">
                <a:moveTo>
                  <a:pt x="0" y="0"/>
                </a:moveTo>
                <a:lnTo>
                  <a:pt x="669376" y="0"/>
                </a:lnTo>
                <a:lnTo>
                  <a:pt x="669376" y="481951"/>
                </a:lnTo>
                <a:lnTo>
                  <a:pt x="0" y="481951"/>
                </a:lnTo>
                <a:lnTo>
                  <a:pt x="0" y="0"/>
                </a:lnTo>
                <a:close/>
              </a:path>
            </a:pathLst>
          </a:custGeom>
          <a:blipFill xmlns:a="http://schemas.openxmlformats.org/drawingml/2006/main">
            <a:blip xmlns:r="http://schemas.openxmlformats.org/officeDocument/2006/relationships" r:embed="R946868ae34fd4462">
              <a:extLst>
                <a:ext uri="{96DAC541-7B7A-43D3-8B79-37D633B846F1}">
                  <asvg:svgBlip xmlns:asvg="http://schemas.microsoft.com/office/drawing/2016/SVG/main" r:embed="Re8317226d0f14989"/>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650CD8A5-86A1-470C-B30A-8F73453BDCB6}"/>
              </a:ext>
            </a:extLst>
          </p:cNvPr>
          <p:cNvSpPr>
            <a:spLocks xmlns:a="http://schemas.openxmlformats.org/drawingml/2006/main" noGrp="1"/>
          </p:cNvSpPr>
          <p:nvPr/>
        </p:nvSpPr>
        <p:spPr>
          <a:xfrm xmlns:a="http://schemas.openxmlformats.org/drawingml/2006/main" rot="0" flipH="0" flipV="0">
            <a:off x="14414845" y="2906906"/>
            <a:ext cx="729456" cy="729456"/>
          </a:xfrm>
          <a:custGeom xmlns:a="http://schemas.openxmlformats.org/drawingml/2006/main">
            <a:rect l="l" t="t" r="r" b="b"/>
            <a:pathLst>
              <a:path w="729456" h="729456">
                <a:moveTo>
                  <a:pt x="0" y="0"/>
                </a:moveTo>
                <a:lnTo>
                  <a:pt x="729456" y="0"/>
                </a:lnTo>
                <a:lnTo>
                  <a:pt x="729456" y="729456"/>
                </a:lnTo>
                <a:lnTo>
                  <a:pt x="0" y="729456"/>
                </a:lnTo>
                <a:lnTo>
                  <a:pt x="0" y="0"/>
                </a:lnTo>
                <a:close/>
              </a:path>
            </a:pathLst>
          </a:custGeom>
          <a:blipFill xmlns:a="http://schemas.openxmlformats.org/drawingml/2006/main">
            <a:blip xmlns:r="http://schemas.openxmlformats.org/officeDocument/2006/relationships" r:embed="R40513c4ae6064116">
              <a:extLst>
                <a:ext uri="{96DAC541-7B7A-43D3-8B79-37D633B846F1}">
                  <asvg:svgBlip xmlns:asvg="http://schemas.microsoft.com/office/drawing/2016/SVG/main" r:embed="R4f6df6f8eb0947ba"/>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657BA693-B376-4B25-974F-7EF31CA9B2E6}"/>
              </a:ext>
            </a:extLst>
          </p:cNvPr>
          <p:cNvSpPr>
            <a:spLocks xmlns:a="http://schemas.openxmlformats.org/drawingml/2006/main" noGrp="1"/>
          </p:cNvSpPr>
          <p:nvPr/>
        </p:nvSpPr>
        <p:spPr>
          <a:xfrm xmlns:a="http://schemas.openxmlformats.org/drawingml/2006/main" rot="0" flipH="0" flipV="0">
            <a:off x="3194681" y="2957488"/>
            <a:ext cx="628291" cy="628291"/>
          </a:xfrm>
          <a:custGeom xmlns:a="http://schemas.openxmlformats.org/drawingml/2006/main">
            <a:rect l="l" t="t" r="r" b="b"/>
            <a:pathLst>
              <a:path w="628291" h="628291">
                <a:moveTo>
                  <a:pt x="0" y="0"/>
                </a:moveTo>
                <a:lnTo>
                  <a:pt x="628290" y="0"/>
                </a:lnTo>
                <a:lnTo>
                  <a:pt x="628290" y="628291"/>
                </a:lnTo>
                <a:lnTo>
                  <a:pt x="0" y="628291"/>
                </a:lnTo>
                <a:lnTo>
                  <a:pt x="0" y="0"/>
                </a:lnTo>
                <a:close/>
              </a:path>
            </a:pathLst>
          </a:custGeom>
          <a:blipFill xmlns:a="http://schemas.openxmlformats.org/drawingml/2006/main">
            <a:blip xmlns:r="http://schemas.openxmlformats.org/officeDocument/2006/relationships" r:embed="Rfbb03754b52c4f29">
              <a:extLst>
                <a:ext uri="{96DAC541-7B7A-43D3-8B79-37D633B846F1}">
                  <asvg:svgBlip xmlns:asvg="http://schemas.microsoft.com/office/drawing/2016/SVG/main" r:embed="R83131901901e4505"/>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0800FB04-B65C-4C56-87F7-2CE443CB4B67}"/>
              </a:ext>
            </a:extLst>
          </p:cNvPr>
          <p:cNvSpPr>
            <a:spLocks xmlns:a="http://schemas.openxmlformats.org/drawingml/2006/main" noGrp="1"/>
          </p:cNvSpPr>
          <p:nvPr/>
        </p:nvSpPr>
        <p:spPr>
          <a:xfrm xmlns:a="http://schemas.openxmlformats.org/drawingml/2006/main" rot="0" flipH="0" flipV="0">
            <a:off x="6973985" y="2955897"/>
            <a:ext cx="556712" cy="556712"/>
          </a:xfrm>
          <a:custGeom xmlns:a="http://schemas.openxmlformats.org/drawingml/2006/main">
            <a:rect l="l" t="t" r="r" b="b"/>
            <a:pathLst>
              <a:path w="556712" h="556712">
                <a:moveTo>
                  <a:pt x="0" y="0"/>
                </a:moveTo>
                <a:lnTo>
                  <a:pt x="556712" y="0"/>
                </a:lnTo>
                <a:lnTo>
                  <a:pt x="556712" y="556712"/>
                </a:lnTo>
                <a:lnTo>
                  <a:pt x="0" y="556712"/>
                </a:lnTo>
                <a:lnTo>
                  <a:pt x="0" y="0"/>
                </a:lnTo>
                <a:close/>
              </a:path>
            </a:pathLst>
          </a:custGeom>
          <a:blipFill xmlns:a="http://schemas.openxmlformats.org/drawingml/2006/main">
            <a:blip xmlns:r="http://schemas.openxmlformats.org/officeDocument/2006/relationships" r:embed="Rb4b3e483fe134c17">
              <a:extLst>
                <a:ext uri="{96DAC541-7B7A-43D3-8B79-37D633B846F1}">
                  <asvg:svgBlip xmlns:asvg="http://schemas.microsoft.com/office/drawing/2016/SVG/main" r:embed="Re7b34ad05b804b53"/>
                </a:ext>
              </a:extLst>
            </a:blip>
            <a:stretch>
              <a:fillRect l="0" t="0" r="0" b="0"/>
            </a:stretch>
          </a:blipFill>
        </p:spPr>
      </p:sp>
      <p:sp>
        <p:nvSpPr>
          <p:cNvPr id="31" name="TextBox 31">
            <a:extLst xmlns:a="http://schemas.openxmlformats.org/drawingml/2006/main">
              <a:ext uri="{FF2B5EF4-FFF2-40B4-BE49-F238E27FC236}">
                <a16:creationId xmlns:a16="http://schemas.microsoft.com/office/drawing/2014/main" id="{36E27217-2BB3-4BDF-9FB3-BC783A3F1C7E}"/>
              </a:ext>
            </a:extLst>
          </p:cNvPr>
          <p:cNvSpPr>
            <a:spLocks xmlns:a="http://schemas.openxmlformats.org/drawingml/2006/main" noGrp="1"/>
          </p:cNvSpPr>
          <p:nvPr/>
        </p:nvSpPr>
        <p:spPr>
          <a:xfrm xmlns:a="http://schemas.openxmlformats.org/drawingml/2006/main" rot="0">
            <a:off x="2033605" y="981075"/>
            <a:ext cx="14220789" cy="6400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3450"/>
            </a:defPPr>
            <a:lvl1pPr>
              <a:defRPr sz="3450"/>
            </a:lvl1pPr>
            <a:lvl2pPr>
              <a:defRPr sz="3450"/>
            </a:lvl2pPr>
            <a:lvl3pPr>
              <a:defRPr sz="3450"/>
            </a:lvl3pPr>
            <a:lvl4pPr>
              <a:defRPr sz="3450"/>
            </a:lvl4pPr>
            <a:lvl5pPr>
              <a:defRPr sz="3450"/>
            </a:lvl5pPr>
            <a:lvl6pPr>
              <a:defRPr sz="3450"/>
            </a:lvl6pPr>
            <a:lvl7pPr>
              <a:defRPr sz="3450"/>
            </a:lvl7pPr>
            <a:lvl8pPr>
              <a:defRPr sz="3450"/>
            </a:lvl8pPr>
            <a:lvl9pPr>
              <a:defRPr sz="3450"/>
            </a:lvl9pPr>
          </a:lstStyle>
          <a:p xmlns:a="http://schemas.openxmlformats.org/drawingml/2006/main">
            <a:pPr algn="ctr">
              <a:lnSpc>
                <a:spcPts val="5040"/>
              </a:lnSpc>
              <a:spcBef>
                <a:spcPct val="0"/>
              </a:spcBef>
              <a:buNone/>
            </a:pPr>
            <a:r>
              <a:rPr sz="3450" b="1">
                <a:solidFill>
                  <a:srgbClr val="112F8D"/>
                </a:solidFill>
                <a:latin typeface="TT Fors Bold"/>
                <a:ea typeface="TT Fors Bold"/>
                <a:cs typeface="TT Fors Bold"/>
              </a:rPr>
              <a:t>Ringkasan Hasil Tiga Dataset</a:t>
            </a:r>
          </a:p>
        </p:txBody>
      </p:sp>
      <p:sp>
        <p:nvSpPr>
          <p:cNvPr id="32" name="TextBox 32">
            <a:extLst xmlns:a="http://schemas.openxmlformats.org/drawingml/2006/main">
              <a:ext uri="{FF2B5EF4-FFF2-40B4-BE49-F238E27FC236}">
                <a16:creationId xmlns:a16="http://schemas.microsoft.com/office/drawing/2014/main" id="{C0F48160-462F-4932-8628-50169582866D}"/>
              </a:ext>
            </a:extLst>
          </p:cNvPr>
          <p:cNvSpPr>
            <a:spLocks xmlns:a="http://schemas.openxmlformats.org/drawingml/2006/main" noGrp="1"/>
          </p:cNvSpPr>
          <p:nvPr/>
        </p:nvSpPr>
        <p:spPr>
          <a:xfrm xmlns:a="http://schemas.openxmlformats.org/drawingml/2006/main" rot="0">
            <a:off x="2033605" y="1738590"/>
            <a:ext cx="14220789" cy="37338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defPPr>
              <a:defRPr sz="1800"/>
            </a:defPPr>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algn="ctr">
              <a:lnSpc>
                <a:spcPts val="2940"/>
              </a:lnSpc>
              <a:spcBef>
                <a:spcPct val="0"/>
              </a:spcBef>
              <a:buNone/>
            </a:pPr>
            <a:r>
              <a:rPr sz="1800">
                <a:solidFill>
                  <a:srgbClr val="000000"/>
                </a:solidFill>
                <a:latin typeface="TT Fors"/>
                <a:ea typeface="TT Fors"/>
                <a:cs typeface="TT Fors"/>
              </a:rPr>
              <a:t>Metrik @20 (HR / NDCG); angka mean kecuali pilot ML-1M</a:t>
            </a:r>
          </a:p>
        </p:txBody>
      </p:sp>
      <p:sp>
        <p:nvSpPr>
          <p:cNvPr id="33" name="TextBox 33">
            <a:extLst xmlns:a="http://schemas.openxmlformats.org/drawingml/2006/main">
              <a:ext uri="{FF2B5EF4-FFF2-40B4-BE49-F238E27FC236}">
                <a16:creationId xmlns:a16="http://schemas.microsoft.com/office/drawing/2014/main" id="{C5850824-9072-498C-952A-242641868B44}"/>
              </a:ext>
            </a:extLst>
          </p:cNvPr>
          <p:cNvSpPr>
            <a:spLocks xmlns:a="http://schemas.openxmlformats.org/drawingml/2006/main" noGrp="1"/>
          </p:cNvSpPr>
          <p:nvPr/>
        </p:nvSpPr>
        <p:spPr>
          <a:xfrm xmlns:a="http://schemas.openxmlformats.org/drawingml/2006/main" rot="0">
            <a:off x="5638666" y="3636362"/>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FFFFFF"/>
                </a:solidFill>
                <a:latin typeface="TT Fors Bold"/>
                <a:ea typeface="TT Fors Bold"/>
                <a:cs typeface="TT Fors Bold"/>
              </a:rPr>
              <a:t>BSARec @20</a:t>
            </a:r>
          </a:p>
        </p:txBody>
      </p:sp>
      <p:sp>
        <p:nvSpPr>
          <p:cNvPr id="34" name="TextBox 34">
            <a:extLst xmlns:a="http://schemas.openxmlformats.org/drawingml/2006/main">
              <a:ext uri="{FF2B5EF4-FFF2-40B4-BE49-F238E27FC236}">
                <a16:creationId xmlns:a16="http://schemas.microsoft.com/office/drawing/2014/main" id="{CD74800B-47D4-4389-85B4-D867F4F34146}"/>
              </a:ext>
            </a:extLst>
          </p:cNvPr>
          <p:cNvSpPr>
            <a:spLocks xmlns:a="http://schemas.openxmlformats.org/drawingml/2006/main" noGrp="1"/>
          </p:cNvSpPr>
          <p:nvPr/>
        </p:nvSpPr>
        <p:spPr>
          <a:xfrm xmlns:a="http://schemas.openxmlformats.org/drawingml/2006/main" rot="0">
            <a:off x="1895151" y="3636362"/>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FFFFFF"/>
                </a:solidFill>
                <a:latin typeface="TT Fors Bold"/>
                <a:ea typeface="TT Fors Bold"/>
                <a:cs typeface="TT Fors Bold"/>
              </a:rPr>
              <a:t>Dataset</a:t>
            </a:r>
          </a:p>
        </p:txBody>
      </p:sp>
      <p:sp>
        <p:nvSpPr>
          <p:cNvPr id="35" name="TextBox 35">
            <a:extLst xmlns:a="http://schemas.openxmlformats.org/drawingml/2006/main">
              <a:ext uri="{FF2B5EF4-FFF2-40B4-BE49-F238E27FC236}">
                <a16:creationId xmlns:a16="http://schemas.microsoft.com/office/drawing/2014/main" id="{712E50BF-D983-40BF-B2A0-97F3B62396A1}"/>
              </a:ext>
            </a:extLst>
          </p:cNvPr>
          <p:cNvSpPr>
            <a:spLocks xmlns:a="http://schemas.openxmlformats.org/drawingml/2006/main" noGrp="1"/>
          </p:cNvSpPr>
          <p:nvPr/>
        </p:nvSpPr>
        <p:spPr>
          <a:xfrm xmlns:a="http://schemas.openxmlformats.org/drawingml/2006/main" rot="0">
            <a:off x="9405123" y="3636362"/>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SASRec @20</a:t>
            </a:r>
          </a:p>
        </p:txBody>
      </p:sp>
      <p:sp>
        <p:nvSpPr>
          <p:cNvPr id="36" name="TextBox 36">
            <a:extLst xmlns:a="http://schemas.openxmlformats.org/drawingml/2006/main">
              <a:ext uri="{FF2B5EF4-FFF2-40B4-BE49-F238E27FC236}">
                <a16:creationId xmlns:a16="http://schemas.microsoft.com/office/drawing/2014/main" id="{9A00744A-C6BD-479E-8DAD-8F3AB0B113F6}"/>
              </a:ext>
            </a:extLst>
          </p:cNvPr>
          <p:cNvSpPr>
            <a:spLocks xmlns:a="http://schemas.openxmlformats.org/drawingml/2006/main" noGrp="1"/>
          </p:cNvSpPr>
          <p:nvPr/>
        </p:nvSpPr>
        <p:spPr>
          <a:xfrm xmlns:a="http://schemas.openxmlformats.org/drawingml/2006/main" rot="0">
            <a:off x="13165899" y="3636362"/>
            <a:ext cx="3227349" cy="31991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ts val="2519"/>
              </a:lnSpc>
              <a:spcBef>
                <a:spcPct val="0"/>
              </a:spcBef>
              <a:buNone/>
            </a:pPr>
            <a:r>
              <a:rPr sz="1799" b="1">
                <a:solidFill>
                  <a:srgbClr val="000000"/>
                </a:solidFill>
                <a:latin typeface="TT Fors Bold"/>
                <a:ea typeface="TT Fors Bold"/>
                <a:cs typeface="TT Fors Bold"/>
              </a:rPr>
              <a:t>Status Bukti</a:t>
            </a:r>
          </a:p>
        </p:txBody>
      </p:sp>
    </p:spTree>
    <p:extLst>
      <p:ext uri="{BB962C8B-B14F-4D97-AF65-F5344CB8AC3E}">
        <p14:creationId xmlns:p14="http://schemas.microsoft.com/office/powerpoint/2010/main" val="116221571"/>
      </p:ext>
    </p:extLst>
  </p:cSld>
</p:sld>
</file>

<file path=ppt/slides/slide11.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5" name="appendix-title">
            <a:extLst xmlns:a="http://schemas.openxmlformats.org/drawingml/2006/main">
              <a:ext uri="{FF2B5EF4-FFF2-40B4-BE49-F238E27FC236}">
                <a16:creationId xmlns:a16="http://schemas.microsoft.com/office/drawing/2014/main" id="{1821E545-B8C1-4CB1-B580-C1CC8D6CCA31}"/>
              </a:ext>
            </a:extLst>
          </p:cNvPr>
          <p:cNvSpPr>
            <a:spLocks xmlns:a="http://schemas.openxmlformats.org/drawingml/2006/main" noGrp="1"/>
          </p:cNvSpPr>
          <p:nvPr/>
        </p:nvSpPr>
        <p:spPr>
          <a:xfrm xmlns:a="http://schemas.openxmlformats.org/drawingml/2006/main">
            <a:off x="990600" y="685800"/>
            <a:ext cx="1630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12F8D"/>
                </a:solidFill>
                <a:latin typeface="TT Fors Bold"/>
                <a:ea typeface="TT Fors Bold"/>
                <a:cs typeface="TT Fors Bold"/>
              </a:defRPr>
            </a:defPPr>
            <a:lvl1pPr algn="l">
              <a:defRPr sz="3300" b="1">
                <a:solidFill>
                  <a:srgbClr val="112F8D"/>
                </a:solidFill>
                <a:latin typeface="TT Fors Bold"/>
                <a:ea typeface="TT Fors Bold"/>
                <a:cs typeface="TT Fors Bold"/>
              </a:defRPr>
            </a:lvl1pPr>
            <a:lvl2pPr algn="l">
              <a:defRPr sz="3300" b="1">
                <a:solidFill>
                  <a:srgbClr val="112F8D"/>
                </a:solidFill>
                <a:latin typeface="TT Fors Bold"/>
                <a:ea typeface="TT Fors Bold"/>
                <a:cs typeface="TT Fors Bold"/>
              </a:defRPr>
            </a:lvl2pPr>
            <a:lvl3pPr algn="l">
              <a:defRPr sz="3300" b="1">
                <a:solidFill>
                  <a:srgbClr val="112F8D"/>
                </a:solidFill>
                <a:latin typeface="TT Fors Bold"/>
                <a:ea typeface="TT Fors Bold"/>
                <a:cs typeface="TT Fors Bold"/>
              </a:defRPr>
            </a:lvl3pPr>
            <a:lvl4pPr algn="l">
              <a:defRPr sz="3300" b="1">
                <a:solidFill>
                  <a:srgbClr val="112F8D"/>
                </a:solidFill>
                <a:latin typeface="TT Fors Bold"/>
                <a:ea typeface="TT Fors Bold"/>
                <a:cs typeface="TT Fors Bold"/>
              </a:defRPr>
            </a:lvl4pPr>
            <a:lvl5pPr algn="l">
              <a:defRPr sz="3300" b="1">
                <a:solidFill>
                  <a:srgbClr val="112F8D"/>
                </a:solidFill>
                <a:latin typeface="TT Fors Bold"/>
                <a:ea typeface="TT Fors Bold"/>
                <a:cs typeface="TT Fors Bold"/>
              </a:defRPr>
            </a:lvl5pPr>
            <a:lvl6pPr algn="l">
              <a:defRPr sz="3300" b="1">
                <a:solidFill>
                  <a:srgbClr val="112F8D"/>
                </a:solidFill>
                <a:latin typeface="TT Fors Bold"/>
                <a:ea typeface="TT Fors Bold"/>
                <a:cs typeface="TT Fors Bold"/>
              </a:defRPr>
            </a:lvl6pPr>
            <a:lvl7pPr algn="l">
              <a:defRPr sz="3300" b="1">
                <a:solidFill>
                  <a:srgbClr val="112F8D"/>
                </a:solidFill>
                <a:latin typeface="TT Fors Bold"/>
                <a:ea typeface="TT Fors Bold"/>
                <a:cs typeface="TT Fors Bold"/>
              </a:defRPr>
            </a:lvl7pPr>
            <a:lvl8pPr algn="l">
              <a:defRPr sz="3300" b="1">
                <a:solidFill>
                  <a:srgbClr val="112F8D"/>
                </a:solidFill>
                <a:latin typeface="TT Fors Bold"/>
                <a:ea typeface="TT Fors Bold"/>
                <a:cs typeface="TT Fors Bold"/>
              </a:defRPr>
            </a:lvl8pPr>
            <a:lvl9pPr algn="l">
              <a:defRPr sz="3300" b="1">
                <a:solidFill>
                  <a:srgbClr val="112F8D"/>
                </a:solidFill>
                <a:latin typeface="TT Fors Bold"/>
                <a:ea typeface="TT Fors Bold"/>
                <a:cs typeface="TT Fors Bold"/>
              </a:defRPr>
            </a:lvl9pPr>
          </a:lstStyle>
          <a:p xmlns:a="http://schemas.openxmlformats.org/drawingml/2006/main">
            <a:pPr algn="l">
              <a:defRPr sz="3300" b="1">
                <a:solidFill>
                  <a:srgbClr val="112F8D"/>
                </a:solidFill>
                <a:latin typeface="TT Fors Bold"/>
                <a:ea typeface="TT Fors Bold"/>
                <a:cs typeface="TT Fors Bold"/>
              </a:defRPr>
            </a:pPr>
            <a:r>
              <a:rPr sz="3300" b="1">
                <a:solidFill>
                  <a:srgbClr val="112F8D"/>
                </a:solidFill>
                <a:latin typeface="TT Fors Bold"/>
                <a:ea typeface="TT Fors Bold"/>
                <a:cs typeface="TT Fors Bold"/>
              </a:rPr>
              <a:t>Lampiran A · Beauty: keenam metrik</a:t>
            </a:r>
          </a:p>
        </p:txBody>
      </p:sp>
      <p:sp>
        <p:nvSpPr>
          <p:cNvPr id="2" name="appendix-subtitle">
            <a:extLst xmlns:a="http://schemas.openxmlformats.org/drawingml/2006/main">
              <a:ext uri="{FF2B5EF4-FFF2-40B4-BE49-F238E27FC236}">
                <a16:creationId xmlns:a16="http://schemas.microsoft.com/office/drawing/2014/main" id="{4DA08826-F8BE-452B-A43F-8AB7C120CB85}"/>
              </a:ext>
            </a:extLst>
          </p:cNvPr>
          <p:cNvSpPr>
            <a:spLocks xmlns:a="http://schemas.openxmlformats.org/drawingml/2006/main" noGrp="1"/>
          </p:cNvSpPr>
          <p:nvPr/>
        </p:nvSpPr>
        <p:spPr>
          <a:xfrm xmlns:a="http://schemas.openxmlformats.org/drawingml/2006/main">
            <a:off x="1009650" y="1419225"/>
            <a:ext cx="1626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a:solidFill>
                  <a:srgbClr val="17243D"/>
                </a:solidFill>
                <a:latin typeface="TT Fors"/>
                <a:ea typeface="TT Fors"/>
                <a:cs typeface="TT Fors"/>
              </a:defRPr>
            </a:defPPr>
            <a:lvl1pPr algn="l">
              <a:defRPr sz="1800">
                <a:solidFill>
                  <a:srgbClr val="17243D"/>
                </a:solidFill>
                <a:latin typeface="TT Fors"/>
                <a:ea typeface="TT Fors"/>
                <a:cs typeface="TT Fors"/>
              </a:defRPr>
            </a:lvl1pPr>
            <a:lvl2pPr algn="l">
              <a:defRPr sz="1800">
                <a:solidFill>
                  <a:srgbClr val="17243D"/>
                </a:solidFill>
                <a:latin typeface="TT Fors"/>
                <a:ea typeface="TT Fors"/>
                <a:cs typeface="TT Fors"/>
              </a:defRPr>
            </a:lvl2pPr>
            <a:lvl3pPr algn="l">
              <a:defRPr sz="1800">
                <a:solidFill>
                  <a:srgbClr val="17243D"/>
                </a:solidFill>
                <a:latin typeface="TT Fors"/>
                <a:ea typeface="TT Fors"/>
                <a:cs typeface="TT Fors"/>
              </a:defRPr>
            </a:lvl3pPr>
            <a:lvl4pPr algn="l">
              <a:defRPr sz="1800">
                <a:solidFill>
                  <a:srgbClr val="17243D"/>
                </a:solidFill>
                <a:latin typeface="TT Fors"/>
                <a:ea typeface="TT Fors"/>
                <a:cs typeface="TT Fors"/>
              </a:defRPr>
            </a:lvl4pPr>
            <a:lvl5pPr algn="l">
              <a:defRPr sz="1800">
                <a:solidFill>
                  <a:srgbClr val="17243D"/>
                </a:solidFill>
                <a:latin typeface="TT Fors"/>
                <a:ea typeface="TT Fors"/>
                <a:cs typeface="TT Fors"/>
              </a:defRPr>
            </a:lvl5pPr>
            <a:lvl6pPr algn="l">
              <a:defRPr sz="1800">
                <a:solidFill>
                  <a:srgbClr val="17243D"/>
                </a:solidFill>
                <a:latin typeface="TT Fors"/>
                <a:ea typeface="TT Fors"/>
                <a:cs typeface="TT Fors"/>
              </a:defRPr>
            </a:lvl6pPr>
            <a:lvl7pPr algn="l">
              <a:defRPr sz="1800">
                <a:solidFill>
                  <a:srgbClr val="17243D"/>
                </a:solidFill>
                <a:latin typeface="TT Fors"/>
                <a:ea typeface="TT Fors"/>
                <a:cs typeface="TT Fors"/>
              </a:defRPr>
            </a:lvl7pPr>
            <a:lvl8pPr algn="l">
              <a:defRPr sz="1800">
                <a:solidFill>
                  <a:srgbClr val="17243D"/>
                </a:solidFill>
                <a:latin typeface="TT Fors"/>
                <a:ea typeface="TT Fors"/>
                <a:cs typeface="TT Fors"/>
              </a:defRPr>
            </a:lvl8pPr>
            <a:lvl9pPr algn="l">
              <a:defRPr sz="1800">
                <a:solidFill>
                  <a:srgbClr val="17243D"/>
                </a:solidFill>
                <a:latin typeface="TT Fors"/>
                <a:ea typeface="TT Fors"/>
                <a:cs typeface="TT Fors"/>
              </a:defRPr>
            </a:lvl9pPr>
          </a:lstStyle>
          <a:p xmlns:a="http://schemas.openxmlformats.org/drawingml/2006/main">
            <a:pPr algn="l">
              <a:defRPr sz="1800">
                <a:solidFill>
                  <a:srgbClr val="17243D"/>
                </a:solidFill>
                <a:latin typeface="TT Fors"/>
                <a:ea typeface="TT Fors"/>
                <a:cs typeface="TT Fors"/>
              </a:defRPr>
            </a:pPr>
            <a:r>
              <a:rPr sz="1800">
                <a:solidFill>
                  <a:srgbClr val="17243D"/>
                </a:solidFill>
                <a:latin typeface="TT Fors"/>
                <a:ea typeface="TT Fors"/>
                <a:cs typeface="TT Fors"/>
              </a:rPr>
              <a:t>Rata-rata tiga seed dibandingkan dengan Table 2 paper</a:t>
            </a:r>
          </a:p>
        </p:txBody>
      </p:sp>
      <p:graphicFrame>
        <p:nvGraphicFramePr>
          <p:cNvPr id="3" name="">
            <a:extLst xmlns:a="http://schemas.openxmlformats.org/drawingml/2006/main">
              <a:ext uri="{FF2B5EF4-FFF2-40B4-BE49-F238E27FC236}">
                <a16:creationId xmlns:a16="http://schemas.microsoft.com/office/drawing/2014/main" id="{FE1C3C92-D3FE-4CCD-9451-6F0222C7B7A4}"/>
              </a:ext>
            </a:extLst>
          </p:cNvPr>
          <p:cNvGraphicFramePr/>
          <p:nvPr/>
        </p:nvGraphicFramePr>
        <p:xfrm>
          <a:off xmlns:a="http://schemas.openxmlformats.org/drawingml/2006/main" x="1000125" y="2333625"/>
          <a:ext xmlns:a="http://schemas.openxmlformats.org/drawingml/2006/main" cx="16287750" cy="5334000"/>
        </p:xfrm>
        <a:graphic xmlns:a="http://schemas.openxmlformats.org/drawingml/2006/main">
          <a:graphicData uri="http://schemas.openxmlformats.org/drawingml/2006/table">
            <a:tbl>
              <a:tblPr firstRow="1" firstCol="1" bandRow="1"/>
              <a:tblGrid>
                <a:gridCol w="2857500"/>
                <a:gridCol w="3048000"/>
                <a:gridCol w="3619500"/>
                <a:gridCol w="3048000"/>
                <a:gridCol w="3714750"/>
              </a:tblGrid>
              <a:tr h="762000">
                <a:tc>
                  <a:txBody>
                    <a:bodyPr wrap="square" lIns="85725" tIns="66675" rIns="85725" bIns="66675">
                      <a:normAutofit/>
                    </a:bodyPr>
                    <a:lstStyle/>
                    <a:p>
                      <a:pPr algn="l"/>
                      <a:r>
                        <a:rPr sz="1350" b="1">
                          <a:solidFill>
                            <a:srgbClr val="FFFFFF"/>
                          </a:solidFill>
                          <a:latin typeface="TT Fors Bold"/>
                          <a:ea typeface="TT Fors Bold"/>
                          <a:cs typeface="TT Fors Bold"/>
                        </a:rPr>
                        <a:t>Metrik</a:t>
                      </a:r>
                    </a:p>
                  </a:txBody>
                  <a:tcPr marL="91440" marR="91440" marT="45720" marB="45720" anchor="ctr">
                    <a:lnL w="11906">
                      <a:solidFill>
                        <a:srgbClr val="BEC8DA"/>
                      </a:solidFill>
                      <a:prstDash val="solid"/>
                    </a:lnL>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BSARec</a:t>
                      </a:r>
                    </a:p>
                    <a:p>
                      <a:pPr algn="ctr"/>
                      <a:r>
                        <a:rPr sz="1350"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BSARec</a:t>
                      </a:r>
                    </a:p>
                    <a:p>
                      <a:pPr algn="ctr"/>
                      <a:r>
                        <a:rPr sz="1350" b="1">
                          <a:solidFill>
                            <a:srgbClr val="FFFFFF"/>
                          </a:solidFill>
                          <a:latin typeface="TT Fors Bold"/>
                          <a:ea typeface="TT Fors Bold"/>
                          <a:cs typeface="TT Fors Bold"/>
                        </a:rPr>
                        <a:t>Mean 3 seed</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SASRec</a:t>
                      </a:r>
                    </a:p>
                    <a:p>
                      <a:pPr algn="ctr"/>
                      <a:r>
                        <a:rPr sz="1350"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SASRec</a:t>
                      </a:r>
                    </a:p>
                    <a:p>
                      <a:pPr algn="ctr"/>
                      <a:r>
                        <a:rPr sz="1350" b="1">
                          <a:solidFill>
                            <a:srgbClr val="FFFFFF"/>
                          </a:solidFill>
                          <a:latin typeface="TT Fors Bold"/>
                          <a:ea typeface="TT Fors Bold"/>
                          <a:cs typeface="TT Fors Bold"/>
                        </a:rPr>
                        <a:t>Mean 3 seed</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HR@5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0.0736</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0.0703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0.0340</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0.0341</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NDCG@5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0.0523</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0.0501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0.0221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0.0218</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HR@10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0.1008</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0.0980</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0.0531</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0.0533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NDCG@10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0.0611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0.0591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0.0283</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0.0280</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HR@20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0.1373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0.1334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0.0823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0.0823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62000">
                <a:tc>
                  <a:txBody>
                    <a:bodyPr wrap="square" lIns="85725" tIns="66675" rIns="85725" bIns="66675">
                      <a:normAutofit/>
                    </a:bodyPr>
                    <a:lstStyle/>
                    <a:p>
                      <a:pPr algn="l"/>
                      <a:r>
                        <a:rPr sz="1500" b="1">
                          <a:solidFill>
                            <a:srgbClr val="17243D"/>
                          </a:solidFill>
                          <a:latin typeface="TT Fors"/>
                          <a:ea typeface="TT Fors"/>
                          <a:cs typeface="TT Fors"/>
                        </a:rPr>
                        <a:t>NDCG@20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0.0703</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0.0680</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0.0356</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0.0353</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bl>
          </a:graphicData>
        </a:graphic>
      </p:graphicFrame>
      <p:sp>
        <p:nvSpPr>
          <p:cNvPr id="4" name="appendix-note">
            <a:extLst xmlns:a="http://schemas.openxmlformats.org/drawingml/2006/main">
              <a:ext uri="{FF2B5EF4-FFF2-40B4-BE49-F238E27FC236}">
                <a16:creationId xmlns:a16="http://schemas.microsoft.com/office/drawing/2014/main" id="{C44FBF48-F411-47CC-BFFC-786E7D453625}"/>
              </a:ext>
            </a:extLst>
          </p:cNvPr>
          <p:cNvSpPr>
            <a:spLocks xmlns:a="http://schemas.openxmlformats.org/drawingml/2006/main" noGrp="1"/>
          </p:cNvSpPr>
          <p:nvPr/>
        </p:nvSpPr>
        <p:spPr>
          <a:xfrm xmlns:a="http://schemas.openxmlformats.org/drawingml/2006/main">
            <a:off x="1028700" y="7896225"/>
            <a:ext cx="16240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263651"/>
                </a:solidFill>
                <a:latin typeface="TT Fors"/>
                <a:ea typeface="TT Fors"/>
                <a:cs typeface="TT Fors"/>
              </a:defRPr>
            </a:defPPr>
            <a:lvl1pPr algn="l">
              <a:defRPr sz="1350">
                <a:solidFill>
                  <a:srgbClr val="263651"/>
                </a:solidFill>
                <a:latin typeface="TT Fors"/>
                <a:ea typeface="TT Fors"/>
                <a:cs typeface="TT Fors"/>
              </a:defRPr>
            </a:lvl1pPr>
            <a:lvl2pPr algn="l">
              <a:defRPr sz="1350">
                <a:solidFill>
                  <a:srgbClr val="263651"/>
                </a:solidFill>
                <a:latin typeface="TT Fors"/>
                <a:ea typeface="TT Fors"/>
                <a:cs typeface="TT Fors"/>
              </a:defRPr>
            </a:lvl2pPr>
            <a:lvl3pPr algn="l">
              <a:defRPr sz="1350">
                <a:solidFill>
                  <a:srgbClr val="263651"/>
                </a:solidFill>
                <a:latin typeface="TT Fors"/>
                <a:ea typeface="TT Fors"/>
                <a:cs typeface="TT Fors"/>
              </a:defRPr>
            </a:lvl3pPr>
            <a:lvl4pPr algn="l">
              <a:defRPr sz="1350">
                <a:solidFill>
                  <a:srgbClr val="263651"/>
                </a:solidFill>
                <a:latin typeface="TT Fors"/>
                <a:ea typeface="TT Fors"/>
                <a:cs typeface="TT Fors"/>
              </a:defRPr>
            </a:lvl4pPr>
            <a:lvl5pPr algn="l">
              <a:defRPr sz="1350">
                <a:solidFill>
                  <a:srgbClr val="263651"/>
                </a:solidFill>
                <a:latin typeface="TT Fors"/>
                <a:ea typeface="TT Fors"/>
                <a:cs typeface="TT Fors"/>
              </a:defRPr>
            </a:lvl5pPr>
            <a:lvl6pPr algn="l">
              <a:defRPr sz="1350">
                <a:solidFill>
                  <a:srgbClr val="263651"/>
                </a:solidFill>
                <a:latin typeface="TT Fors"/>
                <a:ea typeface="TT Fors"/>
                <a:cs typeface="TT Fors"/>
              </a:defRPr>
            </a:lvl6pPr>
            <a:lvl7pPr algn="l">
              <a:defRPr sz="1350">
                <a:solidFill>
                  <a:srgbClr val="263651"/>
                </a:solidFill>
                <a:latin typeface="TT Fors"/>
                <a:ea typeface="TT Fors"/>
                <a:cs typeface="TT Fors"/>
              </a:defRPr>
            </a:lvl7pPr>
            <a:lvl8pPr algn="l">
              <a:defRPr sz="1350">
                <a:solidFill>
                  <a:srgbClr val="263651"/>
                </a:solidFill>
                <a:latin typeface="TT Fors"/>
                <a:ea typeface="TT Fors"/>
                <a:cs typeface="TT Fors"/>
              </a:defRPr>
            </a:lvl8pPr>
            <a:lvl9pPr algn="l">
              <a:defRPr sz="1350">
                <a:solidFill>
                  <a:srgbClr val="263651"/>
                </a:solidFill>
                <a:latin typeface="TT Fors"/>
                <a:ea typeface="TT Fors"/>
                <a:cs typeface="TT Fors"/>
              </a:defRPr>
            </a:lvl9pPr>
          </a:lstStyle>
          <a:p xmlns:a="http://schemas.openxmlformats.org/drawingml/2006/main">
            <a:pPr algn="l">
              <a:defRPr sz="1350">
                <a:solidFill>
                  <a:srgbClr val="263651"/>
                </a:solidFill>
                <a:latin typeface="TT Fors"/>
                <a:ea typeface="TT Fors"/>
                <a:cs typeface="TT Fors"/>
              </a:defRPr>
            </a:pPr>
            <a:r>
              <a:rPr sz="1350">
                <a:solidFill>
                  <a:srgbClr val="263651"/>
                </a:solidFill>
                <a:latin typeface="TT Fors"/>
                <a:ea typeface="TT Fors"/>
                <a:cs typeface="TT Fors"/>
              </a:rPr>
              <a:t>Ringkasan: BSARec berada dekat Table 2; SASRec juga sangat dekat pada keenam metrik. Checkpoint penulis BSARec pada notebook menghasilkan angka yang sama dengan Table 2. Arsip checkpoint Beauty di Drive tidak lengkap, sehingga metrik dan provenance artefak perlu dibedakan.</a:t>
            </a:r>
          </a:p>
        </p:txBody>
      </p:sp>
    </p:spTree>
    <p:extLst>
      <p:ext uri="{BB962C8B-B14F-4D97-AF65-F5344CB8AC3E}">
        <p14:creationId xmlns:p14="http://schemas.microsoft.com/office/powerpoint/2010/main" val="836731239"/>
      </p:ext>
    </p:extLst>
  </p:cSld>
</p:sld>
</file>

<file path=ppt/slides/slide12.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5" name="appendix-title">
            <a:extLst xmlns:a="http://schemas.openxmlformats.org/drawingml/2006/main">
              <a:ext uri="{FF2B5EF4-FFF2-40B4-BE49-F238E27FC236}">
                <a16:creationId xmlns:a16="http://schemas.microsoft.com/office/drawing/2014/main" id="{0A1CB54A-9BC8-4DEE-91DC-56FFFDC7A28C}"/>
              </a:ext>
            </a:extLst>
          </p:cNvPr>
          <p:cNvSpPr>
            <a:spLocks xmlns:a="http://schemas.openxmlformats.org/drawingml/2006/main" noGrp="1"/>
          </p:cNvSpPr>
          <p:nvPr/>
        </p:nvSpPr>
        <p:spPr>
          <a:xfrm xmlns:a="http://schemas.openxmlformats.org/drawingml/2006/main">
            <a:off x="990600" y="685800"/>
            <a:ext cx="1630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12F8D"/>
                </a:solidFill>
                <a:latin typeface="TT Fors Bold"/>
                <a:ea typeface="TT Fors Bold"/>
                <a:cs typeface="TT Fors Bold"/>
              </a:defRPr>
            </a:defPPr>
            <a:lvl1pPr algn="l">
              <a:defRPr sz="3300" b="1">
                <a:solidFill>
                  <a:srgbClr val="112F8D"/>
                </a:solidFill>
                <a:latin typeface="TT Fors Bold"/>
                <a:ea typeface="TT Fors Bold"/>
                <a:cs typeface="TT Fors Bold"/>
              </a:defRPr>
            </a:lvl1pPr>
            <a:lvl2pPr algn="l">
              <a:defRPr sz="3300" b="1">
                <a:solidFill>
                  <a:srgbClr val="112F8D"/>
                </a:solidFill>
                <a:latin typeface="TT Fors Bold"/>
                <a:ea typeface="TT Fors Bold"/>
                <a:cs typeface="TT Fors Bold"/>
              </a:defRPr>
            </a:lvl2pPr>
            <a:lvl3pPr algn="l">
              <a:defRPr sz="3300" b="1">
                <a:solidFill>
                  <a:srgbClr val="112F8D"/>
                </a:solidFill>
                <a:latin typeface="TT Fors Bold"/>
                <a:ea typeface="TT Fors Bold"/>
                <a:cs typeface="TT Fors Bold"/>
              </a:defRPr>
            </a:lvl3pPr>
            <a:lvl4pPr algn="l">
              <a:defRPr sz="3300" b="1">
                <a:solidFill>
                  <a:srgbClr val="112F8D"/>
                </a:solidFill>
                <a:latin typeface="TT Fors Bold"/>
                <a:ea typeface="TT Fors Bold"/>
                <a:cs typeface="TT Fors Bold"/>
              </a:defRPr>
            </a:lvl4pPr>
            <a:lvl5pPr algn="l">
              <a:defRPr sz="3300" b="1">
                <a:solidFill>
                  <a:srgbClr val="112F8D"/>
                </a:solidFill>
                <a:latin typeface="TT Fors Bold"/>
                <a:ea typeface="TT Fors Bold"/>
                <a:cs typeface="TT Fors Bold"/>
              </a:defRPr>
            </a:lvl5pPr>
            <a:lvl6pPr algn="l">
              <a:defRPr sz="3300" b="1">
                <a:solidFill>
                  <a:srgbClr val="112F8D"/>
                </a:solidFill>
                <a:latin typeface="TT Fors Bold"/>
                <a:ea typeface="TT Fors Bold"/>
                <a:cs typeface="TT Fors Bold"/>
              </a:defRPr>
            </a:lvl6pPr>
            <a:lvl7pPr algn="l">
              <a:defRPr sz="3300" b="1">
                <a:solidFill>
                  <a:srgbClr val="112F8D"/>
                </a:solidFill>
                <a:latin typeface="TT Fors Bold"/>
                <a:ea typeface="TT Fors Bold"/>
                <a:cs typeface="TT Fors Bold"/>
              </a:defRPr>
            </a:lvl7pPr>
            <a:lvl8pPr algn="l">
              <a:defRPr sz="3300" b="1">
                <a:solidFill>
                  <a:srgbClr val="112F8D"/>
                </a:solidFill>
                <a:latin typeface="TT Fors Bold"/>
                <a:ea typeface="TT Fors Bold"/>
                <a:cs typeface="TT Fors Bold"/>
              </a:defRPr>
            </a:lvl8pPr>
            <a:lvl9pPr algn="l">
              <a:defRPr sz="3300" b="1">
                <a:solidFill>
                  <a:srgbClr val="112F8D"/>
                </a:solidFill>
                <a:latin typeface="TT Fors Bold"/>
                <a:ea typeface="TT Fors Bold"/>
                <a:cs typeface="TT Fors Bold"/>
              </a:defRPr>
            </a:lvl9pPr>
          </a:lstStyle>
          <a:p xmlns:a="http://schemas.openxmlformats.org/drawingml/2006/main">
            <a:pPr algn="l">
              <a:defRPr sz="3300" b="1">
                <a:solidFill>
                  <a:srgbClr val="112F8D"/>
                </a:solidFill>
                <a:latin typeface="TT Fors Bold"/>
                <a:ea typeface="TT Fors Bold"/>
                <a:cs typeface="TT Fors Bold"/>
              </a:defRPr>
            </a:pPr>
            <a:r>
              <a:rPr sz="3300" b="1">
                <a:solidFill>
                  <a:srgbClr val="112F8D"/>
                </a:solidFill>
                <a:latin typeface="TT Fors Bold"/>
                <a:ea typeface="TT Fors Bold"/>
                <a:cs typeface="TT Fors Bold"/>
              </a:rPr>
              <a:t>Lampiran B · LastFM: worker sensitivity</a:t>
            </a:r>
          </a:p>
        </p:txBody>
      </p:sp>
      <p:sp>
        <p:nvSpPr>
          <p:cNvPr id="2" name="appendix-subtitle">
            <a:extLst xmlns:a="http://schemas.openxmlformats.org/drawingml/2006/main">
              <a:ext uri="{FF2B5EF4-FFF2-40B4-BE49-F238E27FC236}">
                <a16:creationId xmlns:a16="http://schemas.microsoft.com/office/drawing/2014/main" id="{B85B2817-1A1E-41FC-86D1-5D6B0F7B488F}"/>
              </a:ext>
            </a:extLst>
          </p:cNvPr>
          <p:cNvSpPr>
            <a:spLocks xmlns:a="http://schemas.openxmlformats.org/drawingml/2006/main" noGrp="1"/>
          </p:cNvSpPr>
          <p:nvPr/>
        </p:nvSpPr>
        <p:spPr>
          <a:xfrm xmlns:a="http://schemas.openxmlformats.org/drawingml/2006/main">
            <a:off x="1009650" y="1419225"/>
            <a:ext cx="1626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a:solidFill>
                  <a:srgbClr val="17243D"/>
                </a:solidFill>
                <a:latin typeface="TT Fors"/>
                <a:ea typeface="TT Fors"/>
                <a:cs typeface="TT Fors"/>
              </a:defRPr>
            </a:defPPr>
            <a:lvl1pPr algn="l">
              <a:defRPr sz="1800">
                <a:solidFill>
                  <a:srgbClr val="17243D"/>
                </a:solidFill>
                <a:latin typeface="TT Fors"/>
                <a:ea typeface="TT Fors"/>
                <a:cs typeface="TT Fors"/>
              </a:defRPr>
            </a:lvl1pPr>
            <a:lvl2pPr algn="l">
              <a:defRPr sz="1800">
                <a:solidFill>
                  <a:srgbClr val="17243D"/>
                </a:solidFill>
                <a:latin typeface="TT Fors"/>
                <a:ea typeface="TT Fors"/>
                <a:cs typeface="TT Fors"/>
              </a:defRPr>
            </a:lvl2pPr>
            <a:lvl3pPr algn="l">
              <a:defRPr sz="1800">
                <a:solidFill>
                  <a:srgbClr val="17243D"/>
                </a:solidFill>
                <a:latin typeface="TT Fors"/>
                <a:ea typeface="TT Fors"/>
                <a:cs typeface="TT Fors"/>
              </a:defRPr>
            </a:lvl3pPr>
            <a:lvl4pPr algn="l">
              <a:defRPr sz="1800">
                <a:solidFill>
                  <a:srgbClr val="17243D"/>
                </a:solidFill>
                <a:latin typeface="TT Fors"/>
                <a:ea typeface="TT Fors"/>
                <a:cs typeface="TT Fors"/>
              </a:defRPr>
            </a:lvl4pPr>
            <a:lvl5pPr algn="l">
              <a:defRPr sz="1800">
                <a:solidFill>
                  <a:srgbClr val="17243D"/>
                </a:solidFill>
                <a:latin typeface="TT Fors"/>
                <a:ea typeface="TT Fors"/>
                <a:cs typeface="TT Fors"/>
              </a:defRPr>
            </a:lvl5pPr>
            <a:lvl6pPr algn="l">
              <a:defRPr sz="1800">
                <a:solidFill>
                  <a:srgbClr val="17243D"/>
                </a:solidFill>
                <a:latin typeface="TT Fors"/>
                <a:ea typeface="TT Fors"/>
                <a:cs typeface="TT Fors"/>
              </a:defRPr>
            </a:lvl6pPr>
            <a:lvl7pPr algn="l">
              <a:defRPr sz="1800">
                <a:solidFill>
                  <a:srgbClr val="17243D"/>
                </a:solidFill>
                <a:latin typeface="TT Fors"/>
                <a:ea typeface="TT Fors"/>
                <a:cs typeface="TT Fors"/>
              </a:defRPr>
            </a:lvl7pPr>
            <a:lvl8pPr algn="l">
              <a:defRPr sz="1800">
                <a:solidFill>
                  <a:srgbClr val="17243D"/>
                </a:solidFill>
                <a:latin typeface="TT Fors"/>
                <a:ea typeface="TT Fors"/>
                <a:cs typeface="TT Fors"/>
              </a:defRPr>
            </a:lvl8pPr>
            <a:lvl9pPr algn="l">
              <a:defRPr sz="1800">
                <a:solidFill>
                  <a:srgbClr val="17243D"/>
                </a:solidFill>
                <a:latin typeface="TT Fors"/>
                <a:ea typeface="TT Fors"/>
                <a:cs typeface="TT Fors"/>
              </a:defRPr>
            </a:lvl9pPr>
          </a:lstStyle>
          <a:p xmlns:a="http://schemas.openxmlformats.org/drawingml/2006/main">
            <a:pPr algn="l">
              <a:defRPr sz="1800">
                <a:solidFill>
                  <a:srgbClr val="17243D"/>
                </a:solidFill>
                <a:latin typeface="TT Fors"/>
                <a:ea typeface="TT Fors"/>
                <a:cs typeface="TT Fors"/>
              </a:defRPr>
            </a:pPr>
            <a:r>
              <a:rPr sz="1800">
                <a:solidFill>
                  <a:srgbClr val="17243D"/>
                </a:solidFill>
                <a:latin typeface="TT Fors"/>
                <a:ea typeface="TT Fors"/>
                <a:cs typeface="TT Fors"/>
              </a:rPr>
              <a:t>Mean tiga seed; BSARec identik pada 2/4 worker, SASRec berbeda</a:t>
            </a:r>
          </a:p>
        </p:txBody>
      </p:sp>
      <p:graphicFrame>
        <p:nvGraphicFramePr>
          <p:cNvPr id="3" name="">
            <a:extLst xmlns:a="http://schemas.openxmlformats.org/drawingml/2006/main">
              <a:ext uri="{FF2B5EF4-FFF2-40B4-BE49-F238E27FC236}">
                <a16:creationId xmlns:a16="http://schemas.microsoft.com/office/drawing/2014/main" id="{1C5E3D34-ED4A-422B-87DF-9E7CBEBE0E7B}"/>
              </a:ext>
            </a:extLst>
          </p:cNvPr>
          <p:cNvGraphicFramePr/>
          <p:nvPr/>
        </p:nvGraphicFramePr>
        <p:xfrm>
          <a:off xmlns:a="http://schemas.openxmlformats.org/drawingml/2006/main" x="1000125" y="2143125"/>
          <a:ext xmlns:a="http://schemas.openxmlformats.org/drawingml/2006/main" cx="16287750" cy="4762500"/>
        </p:xfrm>
        <a:graphic xmlns:a="http://schemas.openxmlformats.org/drawingml/2006/main">
          <a:graphicData uri="http://schemas.openxmlformats.org/drawingml/2006/table">
            <a:tbl>
              <a:tblPr firstRow="1" firstCol="1" bandRow="1"/>
              <a:tblGrid>
                <a:gridCol w="2190750"/>
                <a:gridCol w="2714625"/>
                <a:gridCol w="2714625"/>
                <a:gridCol w="2714625"/>
                <a:gridCol w="2714625"/>
                <a:gridCol w="3238500"/>
              </a:tblGrid>
              <a:tr h="680357">
                <a:tc>
                  <a:txBody>
                    <a:bodyPr wrap="square" lIns="85725" tIns="66675" rIns="85725" bIns="66675">
                      <a:normAutofit/>
                    </a:bodyPr>
                    <a:lstStyle/>
                    <a:p>
                      <a:pPr algn="l"/>
                      <a:r>
                        <a:rPr sz="1238" b="1">
                          <a:solidFill>
                            <a:srgbClr val="FFFFFF"/>
                          </a:solidFill>
                          <a:latin typeface="TT Fors Bold"/>
                          <a:ea typeface="TT Fors Bold"/>
                          <a:cs typeface="TT Fors Bold"/>
                        </a:rPr>
                        <a:t>Metrik</a:t>
                      </a:r>
                    </a:p>
                  </a:txBody>
                  <a:tcPr marL="91440" marR="91440" marT="45720" marB="45720" anchor="ctr">
                    <a:lnL w="11906">
                      <a:solidFill>
                        <a:srgbClr val="BEC8DA"/>
                      </a:solidFill>
                      <a:prstDash val="solid"/>
                    </a:lnL>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238" b="1">
                          <a:solidFill>
                            <a:srgbClr val="FFFFFF"/>
                          </a:solidFill>
                          <a:latin typeface="TT Fors Bold"/>
                          <a:ea typeface="TT Fors Bold"/>
                          <a:cs typeface="TT Fors Bold"/>
                        </a:rPr>
                        <a:t>BSARec</a:t>
                      </a:r>
                    </a:p>
                    <a:p>
                      <a:pPr algn="ctr"/>
                      <a:r>
                        <a:rPr sz="1238"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238" b="1">
                          <a:solidFill>
                            <a:srgbClr val="FFFFFF"/>
                          </a:solidFill>
                          <a:latin typeface="TT Fors Bold"/>
                          <a:ea typeface="TT Fors Bold"/>
                          <a:cs typeface="TT Fors Bold"/>
                        </a:rPr>
                        <a:t>BSARec</a:t>
                      </a:r>
                    </a:p>
                    <a:p>
                      <a:pPr algn="ctr"/>
                      <a:r>
                        <a:rPr sz="1238" b="1">
                          <a:solidFill>
                            <a:srgbClr val="FFFFFF"/>
                          </a:solidFill>
                          <a:latin typeface="TT Fors Bold"/>
                          <a:ea typeface="TT Fors Bold"/>
                          <a:cs typeface="TT Fors Bold"/>
                        </a:rPr>
                        <a:t>Mean 4w</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238" b="1">
                          <a:solidFill>
                            <a:srgbClr val="FFFFFF"/>
                          </a:solidFill>
                          <a:latin typeface="TT Fors Bold"/>
                          <a:ea typeface="TT Fors Bold"/>
                          <a:cs typeface="TT Fors Bold"/>
                        </a:rPr>
                        <a:t>SASRec</a:t>
                      </a:r>
                    </a:p>
                    <a:p>
                      <a:pPr algn="ctr"/>
                      <a:r>
                        <a:rPr sz="1238"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238" b="1">
                          <a:solidFill>
                            <a:srgbClr val="FFFFFF"/>
                          </a:solidFill>
                          <a:latin typeface="TT Fors Bold"/>
                          <a:ea typeface="TT Fors Bold"/>
                          <a:cs typeface="TT Fors Bold"/>
                        </a:rPr>
                        <a:t>SASRec</a:t>
                      </a:r>
                    </a:p>
                    <a:p>
                      <a:pPr algn="ctr"/>
                      <a:r>
                        <a:rPr sz="1238" b="1">
                          <a:solidFill>
                            <a:srgbClr val="FFFFFF"/>
                          </a:solidFill>
                          <a:latin typeface="TT Fors Bold"/>
                          <a:ea typeface="TT Fors Bold"/>
                          <a:cs typeface="TT Fors Bold"/>
                        </a:rPr>
                        <a:t>Mean 2w</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238" b="1">
                          <a:solidFill>
                            <a:srgbClr val="FFFFFF"/>
                          </a:solidFill>
                          <a:latin typeface="TT Fors Bold"/>
                          <a:ea typeface="TT Fors Bold"/>
                          <a:cs typeface="TT Fors Bold"/>
                        </a:rPr>
                        <a:t>SASRec</a:t>
                      </a:r>
                    </a:p>
                    <a:p>
                      <a:pPr algn="ctr"/>
                      <a:r>
                        <a:rPr sz="1238" b="1">
                          <a:solidFill>
                            <a:srgbClr val="FFFFFF"/>
                          </a:solidFill>
                          <a:latin typeface="TT Fors Bold"/>
                          <a:ea typeface="TT Fors Bold"/>
                          <a:cs typeface="TT Fors Bold"/>
                        </a:rPr>
                        <a:t>Mean 4w</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HR@5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0.0523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0.0504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0.0413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0.0410</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0.0489</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NDCG@5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0.0344</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0.0347</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0.0284</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0.0285</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0.0351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HR@10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0.0807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0.0734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0.0633</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0.0627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0.0654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NDCG@10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0.0435</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0.0422</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0.0355</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0.0354</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0.0404</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HR@20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0.1174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0.1110</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0.0927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0.0887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313" b="0">
                          <a:solidFill>
                            <a:srgbClr val="17243D"/>
                          </a:solidFill>
                          <a:latin typeface="TT Fors"/>
                          <a:ea typeface="TT Fors"/>
                          <a:cs typeface="TT Fors"/>
                        </a:rPr>
                        <a:t>0.0936</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680357">
                <a:tc>
                  <a:txBody>
                    <a:bodyPr wrap="square" lIns="85725" tIns="66675" rIns="85725" bIns="66675">
                      <a:normAutofit/>
                    </a:bodyPr>
                    <a:lstStyle/>
                    <a:p>
                      <a:pPr algn="l"/>
                      <a:r>
                        <a:rPr sz="1313" b="1">
                          <a:solidFill>
                            <a:srgbClr val="17243D"/>
                          </a:solidFill>
                          <a:latin typeface="TT Fors"/>
                          <a:ea typeface="TT Fors"/>
                          <a:cs typeface="TT Fors"/>
                        </a:rPr>
                        <a:t>NDCG@20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0.0526</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0.0517</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0.0429</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0.0419</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313" b="0">
                          <a:solidFill>
                            <a:srgbClr val="17243D"/>
                          </a:solidFill>
                          <a:latin typeface="TT Fors"/>
                          <a:ea typeface="TT Fors"/>
                          <a:cs typeface="TT Fors"/>
                        </a:rPr>
                        <a:t>0.0475</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bl>
          </a:graphicData>
        </a:graphic>
      </p:graphicFrame>
      <p:sp>
        <p:nvSpPr>
          <p:cNvPr id="4" name="appendix-note">
            <a:extLst xmlns:a="http://schemas.openxmlformats.org/drawingml/2006/main">
              <a:ext uri="{FF2B5EF4-FFF2-40B4-BE49-F238E27FC236}">
                <a16:creationId xmlns:a16="http://schemas.microsoft.com/office/drawing/2014/main" id="{DBE713FB-0F66-45E5-951A-2C84DFBDDB55}"/>
              </a:ext>
            </a:extLst>
          </p:cNvPr>
          <p:cNvSpPr>
            <a:spLocks xmlns:a="http://schemas.openxmlformats.org/drawingml/2006/main" noGrp="1"/>
          </p:cNvSpPr>
          <p:nvPr/>
        </p:nvSpPr>
        <p:spPr>
          <a:xfrm xmlns:a="http://schemas.openxmlformats.org/drawingml/2006/main">
            <a:off x="1028700" y="7134225"/>
            <a:ext cx="16240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263651"/>
                </a:solidFill>
                <a:latin typeface="TT Fors"/>
                <a:ea typeface="TT Fors"/>
                <a:cs typeface="TT Fors"/>
              </a:defRPr>
            </a:defPPr>
            <a:lvl1pPr algn="l">
              <a:defRPr sz="1350">
                <a:solidFill>
                  <a:srgbClr val="263651"/>
                </a:solidFill>
                <a:latin typeface="TT Fors"/>
                <a:ea typeface="TT Fors"/>
                <a:cs typeface="TT Fors"/>
              </a:defRPr>
            </a:lvl1pPr>
            <a:lvl2pPr algn="l">
              <a:defRPr sz="1350">
                <a:solidFill>
                  <a:srgbClr val="263651"/>
                </a:solidFill>
                <a:latin typeface="TT Fors"/>
                <a:ea typeface="TT Fors"/>
                <a:cs typeface="TT Fors"/>
              </a:defRPr>
            </a:lvl2pPr>
            <a:lvl3pPr algn="l">
              <a:defRPr sz="1350">
                <a:solidFill>
                  <a:srgbClr val="263651"/>
                </a:solidFill>
                <a:latin typeface="TT Fors"/>
                <a:ea typeface="TT Fors"/>
                <a:cs typeface="TT Fors"/>
              </a:defRPr>
            </a:lvl3pPr>
            <a:lvl4pPr algn="l">
              <a:defRPr sz="1350">
                <a:solidFill>
                  <a:srgbClr val="263651"/>
                </a:solidFill>
                <a:latin typeface="TT Fors"/>
                <a:ea typeface="TT Fors"/>
                <a:cs typeface="TT Fors"/>
              </a:defRPr>
            </a:lvl4pPr>
            <a:lvl5pPr algn="l">
              <a:defRPr sz="1350">
                <a:solidFill>
                  <a:srgbClr val="263651"/>
                </a:solidFill>
                <a:latin typeface="TT Fors"/>
                <a:ea typeface="TT Fors"/>
                <a:cs typeface="TT Fors"/>
              </a:defRPr>
            </a:lvl5pPr>
            <a:lvl6pPr algn="l">
              <a:defRPr sz="1350">
                <a:solidFill>
                  <a:srgbClr val="263651"/>
                </a:solidFill>
                <a:latin typeface="TT Fors"/>
                <a:ea typeface="TT Fors"/>
                <a:cs typeface="TT Fors"/>
              </a:defRPr>
            </a:lvl6pPr>
            <a:lvl7pPr algn="l">
              <a:defRPr sz="1350">
                <a:solidFill>
                  <a:srgbClr val="263651"/>
                </a:solidFill>
                <a:latin typeface="TT Fors"/>
                <a:ea typeface="TT Fors"/>
                <a:cs typeface="TT Fors"/>
              </a:defRPr>
            </a:lvl7pPr>
            <a:lvl8pPr algn="l">
              <a:defRPr sz="1350">
                <a:solidFill>
                  <a:srgbClr val="263651"/>
                </a:solidFill>
                <a:latin typeface="TT Fors"/>
                <a:ea typeface="TT Fors"/>
                <a:cs typeface="TT Fors"/>
              </a:defRPr>
            </a:lvl8pPr>
            <a:lvl9pPr algn="l">
              <a:defRPr sz="1350">
                <a:solidFill>
                  <a:srgbClr val="263651"/>
                </a:solidFill>
                <a:latin typeface="TT Fors"/>
                <a:ea typeface="TT Fors"/>
                <a:cs typeface="TT Fors"/>
              </a:defRPr>
            </a:lvl9pPr>
          </a:lstStyle>
          <a:p xmlns:a="http://schemas.openxmlformats.org/drawingml/2006/main">
            <a:pPr algn="l">
              <a:defRPr sz="1350">
                <a:solidFill>
                  <a:srgbClr val="263651"/>
                </a:solidFill>
                <a:latin typeface="TT Fors"/>
                <a:ea typeface="TT Fors"/>
                <a:cs typeface="TT Fors"/>
              </a:defRPr>
            </a:pPr>
            <a:r>
              <a:rPr sz="1350">
                <a:solidFill>
                  <a:srgbClr val="263651"/>
                </a:solidFill>
                <a:latin typeface="TT Fors"/>
                <a:ea typeface="TT Fors"/>
                <a:cs typeface="TT Fors"/>
              </a:rPr>
              <a:t>Pembacaan: SASRec 2-worker dekat Table 2 (gap −4.35% s.d. +0.23%); SASRec 4-worker di atas Table 2 (+0.97% s.d. +23.47%). BSARec identik pada kedua set. Run SASRec seed 42 dengan 4 worker cocok dengan Set A; kontrol ulang 2-worker tidak tersedia. Jadi efek worker/config belum terisolasi secara kausal. Loss BSARec = CrossEntropy; SASRec = BCEWithLogits.</a:t>
            </a:r>
          </a:p>
        </p:txBody>
      </p:sp>
    </p:spTree>
    <p:extLst>
      <p:ext uri="{BB962C8B-B14F-4D97-AF65-F5344CB8AC3E}">
        <p14:creationId xmlns:p14="http://schemas.microsoft.com/office/powerpoint/2010/main" val="103304290"/>
      </p:ext>
    </p:extLst>
  </p:cSld>
</p:sld>
</file>

<file path=ppt/slides/slide13.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5" name="appendix-title">
            <a:extLst xmlns:a="http://schemas.openxmlformats.org/drawingml/2006/main">
              <a:ext uri="{FF2B5EF4-FFF2-40B4-BE49-F238E27FC236}">
                <a16:creationId xmlns:a16="http://schemas.microsoft.com/office/drawing/2014/main" id="{55017DC2-8C79-41C7-99F5-7921ABC014BD}"/>
              </a:ext>
            </a:extLst>
          </p:cNvPr>
          <p:cNvSpPr>
            <a:spLocks xmlns:a="http://schemas.openxmlformats.org/drawingml/2006/main" noGrp="1"/>
          </p:cNvSpPr>
          <p:nvPr/>
        </p:nvSpPr>
        <p:spPr>
          <a:xfrm xmlns:a="http://schemas.openxmlformats.org/drawingml/2006/main">
            <a:off x="990600" y="685800"/>
            <a:ext cx="1630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12F8D"/>
                </a:solidFill>
                <a:latin typeface="TT Fors Bold"/>
                <a:ea typeface="TT Fors Bold"/>
                <a:cs typeface="TT Fors Bold"/>
              </a:defRPr>
            </a:defPPr>
            <a:lvl1pPr algn="l">
              <a:defRPr sz="3300" b="1">
                <a:solidFill>
                  <a:srgbClr val="112F8D"/>
                </a:solidFill>
                <a:latin typeface="TT Fors Bold"/>
                <a:ea typeface="TT Fors Bold"/>
                <a:cs typeface="TT Fors Bold"/>
              </a:defRPr>
            </a:lvl1pPr>
            <a:lvl2pPr algn="l">
              <a:defRPr sz="3300" b="1">
                <a:solidFill>
                  <a:srgbClr val="112F8D"/>
                </a:solidFill>
                <a:latin typeface="TT Fors Bold"/>
                <a:ea typeface="TT Fors Bold"/>
                <a:cs typeface="TT Fors Bold"/>
              </a:defRPr>
            </a:lvl2pPr>
            <a:lvl3pPr algn="l">
              <a:defRPr sz="3300" b="1">
                <a:solidFill>
                  <a:srgbClr val="112F8D"/>
                </a:solidFill>
                <a:latin typeface="TT Fors Bold"/>
                <a:ea typeface="TT Fors Bold"/>
                <a:cs typeface="TT Fors Bold"/>
              </a:defRPr>
            </a:lvl3pPr>
            <a:lvl4pPr algn="l">
              <a:defRPr sz="3300" b="1">
                <a:solidFill>
                  <a:srgbClr val="112F8D"/>
                </a:solidFill>
                <a:latin typeface="TT Fors Bold"/>
                <a:ea typeface="TT Fors Bold"/>
                <a:cs typeface="TT Fors Bold"/>
              </a:defRPr>
            </a:lvl4pPr>
            <a:lvl5pPr algn="l">
              <a:defRPr sz="3300" b="1">
                <a:solidFill>
                  <a:srgbClr val="112F8D"/>
                </a:solidFill>
                <a:latin typeface="TT Fors Bold"/>
                <a:ea typeface="TT Fors Bold"/>
                <a:cs typeface="TT Fors Bold"/>
              </a:defRPr>
            </a:lvl5pPr>
            <a:lvl6pPr algn="l">
              <a:defRPr sz="3300" b="1">
                <a:solidFill>
                  <a:srgbClr val="112F8D"/>
                </a:solidFill>
                <a:latin typeface="TT Fors Bold"/>
                <a:ea typeface="TT Fors Bold"/>
                <a:cs typeface="TT Fors Bold"/>
              </a:defRPr>
            </a:lvl6pPr>
            <a:lvl7pPr algn="l">
              <a:defRPr sz="3300" b="1">
                <a:solidFill>
                  <a:srgbClr val="112F8D"/>
                </a:solidFill>
                <a:latin typeface="TT Fors Bold"/>
                <a:ea typeface="TT Fors Bold"/>
                <a:cs typeface="TT Fors Bold"/>
              </a:defRPr>
            </a:lvl7pPr>
            <a:lvl8pPr algn="l">
              <a:defRPr sz="3300" b="1">
                <a:solidFill>
                  <a:srgbClr val="112F8D"/>
                </a:solidFill>
                <a:latin typeface="TT Fors Bold"/>
                <a:ea typeface="TT Fors Bold"/>
                <a:cs typeface="TT Fors Bold"/>
              </a:defRPr>
            </a:lvl8pPr>
            <a:lvl9pPr algn="l">
              <a:defRPr sz="3300" b="1">
                <a:solidFill>
                  <a:srgbClr val="112F8D"/>
                </a:solidFill>
                <a:latin typeface="TT Fors Bold"/>
                <a:ea typeface="TT Fors Bold"/>
                <a:cs typeface="TT Fors Bold"/>
              </a:defRPr>
            </a:lvl9pPr>
          </a:lstStyle>
          <a:p xmlns:a="http://schemas.openxmlformats.org/drawingml/2006/main">
            <a:pPr algn="l">
              <a:defRPr sz="3300" b="1">
                <a:solidFill>
                  <a:srgbClr val="112F8D"/>
                </a:solidFill>
                <a:latin typeface="TT Fors Bold"/>
                <a:ea typeface="TT Fors Bold"/>
                <a:cs typeface="TT Fors Bold"/>
              </a:defRPr>
            </a:pPr>
            <a:r>
              <a:rPr sz="3300" b="1">
                <a:solidFill>
                  <a:srgbClr val="112F8D"/>
                </a:solidFill>
                <a:latin typeface="TT Fors Bold"/>
                <a:ea typeface="TT Fors Bold"/>
                <a:cs typeface="TT Fors Bold"/>
              </a:rPr>
              <a:t>Lampiran C · ML-1M: pilot seed 42</a:t>
            </a:r>
          </a:p>
        </p:txBody>
      </p:sp>
      <p:sp>
        <p:nvSpPr>
          <p:cNvPr id="2" name="appendix-subtitle">
            <a:extLst xmlns:a="http://schemas.openxmlformats.org/drawingml/2006/main">
              <a:ext uri="{FF2B5EF4-FFF2-40B4-BE49-F238E27FC236}">
                <a16:creationId xmlns:a16="http://schemas.microsoft.com/office/drawing/2014/main" id="{D73D1D03-14C7-42F4-A906-18545FB58E4C}"/>
              </a:ext>
            </a:extLst>
          </p:cNvPr>
          <p:cNvSpPr>
            <a:spLocks xmlns:a="http://schemas.openxmlformats.org/drawingml/2006/main" noGrp="1"/>
          </p:cNvSpPr>
          <p:nvPr/>
        </p:nvSpPr>
        <p:spPr>
          <a:xfrm xmlns:a="http://schemas.openxmlformats.org/drawingml/2006/main">
            <a:off x="1009650" y="1419225"/>
            <a:ext cx="1626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a:solidFill>
                  <a:srgbClr val="17243D"/>
                </a:solidFill>
                <a:latin typeface="TT Fors"/>
                <a:ea typeface="TT Fors"/>
                <a:cs typeface="TT Fors"/>
              </a:defRPr>
            </a:defPPr>
            <a:lvl1pPr algn="l">
              <a:defRPr sz="1800">
                <a:solidFill>
                  <a:srgbClr val="17243D"/>
                </a:solidFill>
                <a:latin typeface="TT Fors"/>
                <a:ea typeface="TT Fors"/>
                <a:cs typeface="TT Fors"/>
              </a:defRPr>
            </a:lvl1pPr>
            <a:lvl2pPr algn="l">
              <a:defRPr sz="1800">
                <a:solidFill>
                  <a:srgbClr val="17243D"/>
                </a:solidFill>
                <a:latin typeface="TT Fors"/>
                <a:ea typeface="TT Fors"/>
                <a:cs typeface="TT Fors"/>
              </a:defRPr>
            </a:lvl2pPr>
            <a:lvl3pPr algn="l">
              <a:defRPr sz="1800">
                <a:solidFill>
                  <a:srgbClr val="17243D"/>
                </a:solidFill>
                <a:latin typeface="TT Fors"/>
                <a:ea typeface="TT Fors"/>
                <a:cs typeface="TT Fors"/>
              </a:defRPr>
            </a:lvl3pPr>
            <a:lvl4pPr algn="l">
              <a:defRPr sz="1800">
                <a:solidFill>
                  <a:srgbClr val="17243D"/>
                </a:solidFill>
                <a:latin typeface="TT Fors"/>
                <a:ea typeface="TT Fors"/>
                <a:cs typeface="TT Fors"/>
              </a:defRPr>
            </a:lvl4pPr>
            <a:lvl5pPr algn="l">
              <a:defRPr sz="1800">
                <a:solidFill>
                  <a:srgbClr val="17243D"/>
                </a:solidFill>
                <a:latin typeface="TT Fors"/>
                <a:ea typeface="TT Fors"/>
                <a:cs typeface="TT Fors"/>
              </a:defRPr>
            </a:lvl5pPr>
            <a:lvl6pPr algn="l">
              <a:defRPr sz="1800">
                <a:solidFill>
                  <a:srgbClr val="17243D"/>
                </a:solidFill>
                <a:latin typeface="TT Fors"/>
                <a:ea typeface="TT Fors"/>
                <a:cs typeface="TT Fors"/>
              </a:defRPr>
            </a:lvl6pPr>
            <a:lvl7pPr algn="l">
              <a:defRPr sz="1800">
                <a:solidFill>
                  <a:srgbClr val="17243D"/>
                </a:solidFill>
                <a:latin typeface="TT Fors"/>
                <a:ea typeface="TT Fors"/>
                <a:cs typeface="TT Fors"/>
              </a:defRPr>
            </a:lvl7pPr>
            <a:lvl8pPr algn="l">
              <a:defRPr sz="1800">
                <a:solidFill>
                  <a:srgbClr val="17243D"/>
                </a:solidFill>
                <a:latin typeface="TT Fors"/>
                <a:ea typeface="TT Fors"/>
                <a:cs typeface="TT Fors"/>
              </a:defRPr>
            </a:lvl8pPr>
            <a:lvl9pPr algn="l">
              <a:defRPr sz="1800">
                <a:solidFill>
                  <a:srgbClr val="17243D"/>
                </a:solidFill>
                <a:latin typeface="TT Fors"/>
                <a:ea typeface="TT Fors"/>
                <a:cs typeface="TT Fors"/>
              </a:defRPr>
            </a:lvl9pPr>
          </a:lstStyle>
          <a:p xmlns:a="http://schemas.openxmlformats.org/drawingml/2006/main">
            <a:pPr algn="l">
              <a:defRPr sz="1800">
                <a:solidFill>
                  <a:srgbClr val="17243D"/>
                </a:solidFill>
                <a:latin typeface="TT Fors"/>
                <a:ea typeface="TT Fors"/>
                <a:cs typeface="TT Fors"/>
              </a:defRPr>
            </a:pPr>
            <a:r>
              <a:rPr sz="1800">
                <a:solidFill>
                  <a:srgbClr val="17243D"/>
                </a:solidFill>
                <a:latin typeface="TT Fors"/>
                <a:ea typeface="TT Fors"/>
                <a:cs typeface="TT Fors"/>
              </a:rPr>
              <a:t>Satu run per model dari notebook partner; bukan reproduksi penuh</a:t>
            </a:r>
          </a:p>
        </p:txBody>
      </p:sp>
      <p:graphicFrame>
        <p:nvGraphicFramePr>
          <p:cNvPr id="3" name="">
            <a:extLst xmlns:a="http://schemas.openxmlformats.org/drawingml/2006/main">
              <a:ext uri="{FF2B5EF4-FFF2-40B4-BE49-F238E27FC236}">
                <a16:creationId xmlns:a16="http://schemas.microsoft.com/office/drawing/2014/main" id="{23657E3B-3839-4440-8AEA-644ECB6DACBE}"/>
              </a:ext>
            </a:extLst>
          </p:cNvPr>
          <p:cNvGraphicFramePr/>
          <p:nvPr/>
        </p:nvGraphicFramePr>
        <p:xfrm>
          <a:off xmlns:a="http://schemas.openxmlformats.org/drawingml/2006/main" x="1000125" y="2190750"/>
          <a:ext xmlns:a="http://schemas.openxmlformats.org/drawingml/2006/main" cx="16287750" cy="4953000"/>
        </p:xfrm>
        <a:graphic xmlns:a="http://schemas.openxmlformats.org/drawingml/2006/main">
          <a:graphicData uri="http://schemas.openxmlformats.org/drawingml/2006/table">
            <a:tbl>
              <a:tblPr firstRow="1" firstCol="1" bandRow="1"/>
              <a:tblGrid>
                <a:gridCol w="2857500"/>
                <a:gridCol w="3048000"/>
                <a:gridCol w="3619500"/>
                <a:gridCol w="3048000"/>
                <a:gridCol w="3714750"/>
              </a:tblGrid>
              <a:tr h="707571">
                <a:tc>
                  <a:txBody>
                    <a:bodyPr wrap="square" lIns="85725" tIns="66675" rIns="85725" bIns="66675">
                      <a:normAutofit/>
                    </a:bodyPr>
                    <a:lstStyle/>
                    <a:p>
                      <a:pPr algn="l"/>
                      <a:r>
                        <a:rPr sz="1350" b="1">
                          <a:solidFill>
                            <a:srgbClr val="FFFFFF"/>
                          </a:solidFill>
                          <a:latin typeface="TT Fors Bold"/>
                          <a:ea typeface="TT Fors Bold"/>
                          <a:cs typeface="TT Fors Bold"/>
                        </a:rPr>
                        <a:t>Metrik</a:t>
                      </a:r>
                    </a:p>
                  </a:txBody>
                  <a:tcPr marL="91440" marR="91440" marT="45720" marB="45720" anchor="ctr">
                    <a:lnL w="11906">
                      <a:solidFill>
                        <a:srgbClr val="BEC8DA"/>
                      </a:solidFill>
                      <a:prstDash val="solid"/>
                    </a:lnL>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BSARec</a:t>
                      </a:r>
                    </a:p>
                    <a:p>
                      <a:pPr algn="ctr"/>
                      <a:r>
                        <a:rPr sz="1350"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BSARec</a:t>
                      </a:r>
                    </a:p>
                    <a:p>
                      <a:pPr algn="ctr"/>
                      <a:r>
                        <a:rPr sz="1350" b="1">
                          <a:solidFill>
                            <a:srgbClr val="FFFFFF"/>
                          </a:solidFill>
                          <a:latin typeface="TT Fors Bold"/>
                          <a:ea typeface="TT Fors Bold"/>
                          <a:cs typeface="TT Fors Bold"/>
                        </a:rPr>
                        <a:t>Run s42</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SASRec</a:t>
                      </a:r>
                    </a:p>
                    <a:p>
                      <a:pPr algn="ctr"/>
                      <a:r>
                        <a:rPr sz="1350" b="1">
                          <a:solidFill>
                            <a:srgbClr val="FFFFFF"/>
                          </a:solidFill>
                          <a:latin typeface="TT Fors Bold"/>
                          <a:ea typeface="TT Fors Bold"/>
                          <a:cs typeface="TT Fors Bold"/>
                        </a:rPr>
                        <a:t>Paper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350" b="1">
                          <a:solidFill>
                            <a:srgbClr val="FFFFFF"/>
                          </a:solidFill>
                          <a:latin typeface="TT Fors Bold"/>
                          <a:ea typeface="TT Fors Bold"/>
                          <a:cs typeface="TT Fors Bold"/>
                        </a:rPr>
                        <a:t>SASRec</a:t>
                      </a:r>
                    </a:p>
                    <a:p>
                      <a:pPr algn="ctr"/>
                      <a:r>
                        <a:rPr sz="1350" b="1">
                          <a:solidFill>
                            <a:srgbClr val="FFFFFF"/>
                          </a:solidFill>
                          <a:latin typeface="TT Fors Bold"/>
                          <a:ea typeface="TT Fors Bold"/>
                          <a:cs typeface="TT Fors Bold"/>
                        </a:rPr>
                        <a:t>Run s42</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HR@5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0.1944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0.1720</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0.1374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0.1308</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NDCG@5</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0.1306</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0.1151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0.0873</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0.0852</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HR@10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0.2757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0.2609</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0.2137</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0.2084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NDCG@10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0.1568</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0.1438</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0.1116</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0.1100</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HR@20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0.3884</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0.3652</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0.3245</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00" b="0">
                          <a:solidFill>
                            <a:srgbClr val="17243D"/>
                          </a:solidFill>
                          <a:latin typeface="TT Fors"/>
                          <a:ea typeface="TT Fors"/>
                          <a:cs typeface="TT Fors"/>
                        </a:rPr>
                        <a:t>0.3199</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707571">
                <a:tc>
                  <a:txBody>
                    <a:bodyPr wrap="square" lIns="85725" tIns="66675" rIns="85725" bIns="66675">
                      <a:normAutofit/>
                    </a:bodyPr>
                    <a:lstStyle/>
                    <a:p>
                      <a:pPr algn="l"/>
                      <a:r>
                        <a:rPr sz="1500" b="1">
                          <a:solidFill>
                            <a:srgbClr val="17243D"/>
                          </a:solidFill>
                          <a:latin typeface="TT Fors"/>
                          <a:ea typeface="TT Fors"/>
                          <a:cs typeface="TT Fors"/>
                        </a:rPr>
                        <a:t>NDCG@20</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0.1851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0.1701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0.1395</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00" b="0">
                          <a:solidFill>
                            <a:srgbClr val="17243D"/>
                          </a:solidFill>
                          <a:latin typeface="TT Fors"/>
                          <a:ea typeface="TT Fors"/>
                          <a:cs typeface="TT Fors"/>
                        </a:rPr>
                        <a:t>0.1380</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bl>
          </a:graphicData>
        </a:graphic>
      </p:graphicFrame>
      <p:sp>
        <p:nvSpPr>
          <p:cNvPr id="4" name="appendix-note">
            <a:extLst xmlns:a="http://schemas.openxmlformats.org/drawingml/2006/main">
              <a:ext uri="{FF2B5EF4-FFF2-40B4-BE49-F238E27FC236}">
                <a16:creationId xmlns:a16="http://schemas.microsoft.com/office/drawing/2014/main" id="{FD29D666-58EF-4E6B-A131-DBDFFF5D0A1F}"/>
              </a:ext>
            </a:extLst>
          </p:cNvPr>
          <p:cNvSpPr>
            <a:spLocks xmlns:a="http://schemas.openxmlformats.org/drawingml/2006/main" noGrp="1"/>
          </p:cNvSpPr>
          <p:nvPr/>
        </p:nvSpPr>
        <p:spPr>
          <a:xfrm xmlns:a="http://schemas.openxmlformats.org/drawingml/2006/main">
            <a:off x="1028700" y="7372350"/>
            <a:ext cx="16240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263651"/>
                </a:solidFill>
                <a:latin typeface="TT Fors"/>
                <a:ea typeface="TT Fors"/>
                <a:cs typeface="TT Fors"/>
              </a:defRPr>
            </a:defPPr>
            <a:lvl1pPr algn="l">
              <a:defRPr sz="1350">
                <a:solidFill>
                  <a:srgbClr val="263651"/>
                </a:solidFill>
                <a:latin typeface="TT Fors"/>
                <a:ea typeface="TT Fors"/>
                <a:cs typeface="TT Fors"/>
              </a:defRPr>
            </a:lvl1pPr>
            <a:lvl2pPr algn="l">
              <a:defRPr sz="1350">
                <a:solidFill>
                  <a:srgbClr val="263651"/>
                </a:solidFill>
                <a:latin typeface="TT Fors"/>
                <a:ea typeface="TT Fors"/>
                <a:cs typeface="TT Fors"/>
              </a:defRPr>
            </a:lvl2pPr>
            <a:lvl3pPr algn="l">
              <a:defRPr sz="1350">
                <a:solidFill>
                  <a:srgbClr val="263651"/>
                </a:solidFill>
                <a:latin typeface="TT Fors"/>
                <a:ea typeface="TT Fors"/>
                <a:cs typeface="TT Fors"/>
              </a:defRPr>
            </a:lvl3pPr>
            <a:lvl4pPr algn="l">
              <a:defRPr sz="1350">
                <a:solidFill>
                  <a:srgbClr val="263651"/>
                </a:solidFill>
                <a:latin typeface="TT Fors"/>
                <a:ea typeface="TT Fors"/>
                <a:cs typeface="TT Fors"/>
              </a:defRPr>
            </a:lvl4pPr>
            <a:lvl5pPr algn="l">
              <a:defRPr sz="1350">
                <a:solidFill>
                  <a:srgbClr val="263651"/>
                </a:solidFill>
                <a:latin typeface="TT Fors"/>
                <a:ea typeface="TT Fors"/>
                <a:cs typeface="TT Fors"/>
              </a:defRPr>
            </a:lvl5pPr>
            <a:lvl6pPr algn="l">
              <a:defRPr sz="1350">
                <a:solidFill>
                  <a:srgbClr val="263651"/>
                </a:solidFill>
                <a:latin typeface="TT Fors"/>
                <a:ea typeface="TT Fors"/>
                <a:cs typeface="TT Fors"/>
              </a:defRPr>
            </a:lvl6pPr>
            <a:lvl7pPr algn="l">
              <a:defRPr sz="1350">
                <a:solidFill>
                  <a:srgbClr val="263651"/>
                </a:solidFill>
                <a:latin typeface="TT Fors"/>
                <a:ea typeface="TT Fors"/>
                <a:cs typeface="TT Fors"/>
              </a:defRPr>
            </a:lvl7pPr>
            <a:lvl8pPr algn="l">
              <a:defRPr sz="1350">
                <a:solidFill>
                  <a:srgbClr val="263651"/>
                </a:solidFill>
                <a:latin typeface="TT Fors"/>
                <a:ea typeface="TT Fors"/>
                <a:cs typeface="TT Fors"/>
              </a:defRPr>
            </a:lvl8pPr>
            <a:lvl9pPr algn="l">
              <a:defRPr sz="1350">
                <a:solidFill>
                  <a:srgbClr val="263651"/>
                </a:solidFill>
                <a:latin typeface="TT Fors"/>
                <a:ea typeface="TT Fors"/>
                <a:cs typeface="TT Fors"/>
              </a:defRPr>
            </a:lvl9pPr>
          </a:lstStyle>
          <a:p xmlns:a="http://schemas.openxmlformats.org/drawingml/2006/main">
            <a:pPr algn="l">
              <a:defRPr sz="1350">
                <a:solidFill>
                  <a:srgbClr val="263651"/>
                </a:solidFill>
                <a:latin typeface="TT Fors"/>
                <a:ea typeface="TT Fors"/>
                <a:cs typeface="TT Fors"/>
              </a:defRPr>
            </a:pPr>
            <a:r>
              <a:rPr sz="1350">
                <a:solidFill>
                  <a:srgbClr val="263651"/>
                </a:solidFill>
                <a:latin typeface="TT Fors"/>
                <a:ea typeface="TT Fors"/>
                <a:cs typeface="TT Fors"/>
              </a:rPr>
              <a:t>Koreksi pembacaan: NDCG@5 BSARec tercatat 0.1151 pada output run; 0.1251 yang muncul di tabel kerja sebelumnya adalah salah salin. Konfigurasi BSARec run (α=0.9, c=3, heads=2, lr=0.001) berbeda dari Table 6 ML-1M (α=0.3, c=9, heads=4, lr=0.0005). Perlakukan sebagai pilot, bukan klaim replikasi.</a:t>
            </a:r>
          </a:p>
        </p:txBody>
      </p:sp>
    </p:spTree>
    <p:extLst>
      <p:ext uri="{BB962C8B-B14F-4D97-AF65-F5344CB8AC3E}">
        <p14:creationId xmlns:p14="http://schemas.microsoft.com/office/powerpoint/2010/main" val="2081972118"/>
      </p:ext>
    </p:extLst>
  </p:cSld>
</p:sld>
</file>

<file path=ppt/slides/slide14.xml><?xml version="1.0" encoding="utf-8"?>
<p:sld xmlns:p="http://schemas.openxmlformats.org/presentationml/2006/main">
  <p:cSld>
    <p:bg>
      <p:bgPr>
        <a:solidFill xmlns:a="http://schemas.openxmlformats.org/drawingml/2006/main">
          <a:srgbClr val="E9ECF4"/>
        </a:solidFill>
      </p:bgPr>
    </p:bg>
    <p:spTree>
      <p:nvGrpSpPr>
        <p:cNvPr id="1" name=""/>
        <p:cNvGrpSpPr/>
        <p:nvPr/>
      </p:nvGrpSpPr>
      <p:grpSpPr>
        <a:xfrm xmlns:a="http://schemas.openxmlformats.org/drawingml/2006/main"/>
      </p:grpSpPr>
      <p:sp>
        <p:nvSpPr>
          <p:cNvPr id="5" name="appendix-title">
            <a:extLst xmlns:a="http://schemas.openxmlformats.org/drawingml/2006/main">
              <a:ext uri="{FF2B5EF4-FFF2-40B4-BE49-F238E27FC236}">
                <a16:creationId xmlns:a16="http://schemas.microsoft.com/office/drawing/2014/main" id="{B5690739-74DD-4395-9904-AE3C6176716D}"/>
              </a:ext>
            </a:extLst>
          </p:cNvPr>
          <p:cNvSpPr>
            <a:spLocks xmlns:a="http://schemas.openxmlformats.org/drawingml/2006/main" noGrp="1"/>
          </p:cNvSpPr>
          <p:nvPr/>
        </p:nvSpPr>
        <p:spPr>
          <a:xfrm xmlns:a="http://schemas.openxmlformats.org/drawingml/2006/main">
            <a:off x="990600" y="685800"/>
            <a:ext cx="1630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12F8D"/>
                </a:solidFill>
                <a:latin typeface="TT Fors Bold"/>
                <a:ea typeface="TT Fors Bold"/>
                <a:cs typeface="TT Fors Bold"/>
              </a:defRPr>
            </a:defPPr>
            <a:lvl1pPr algn="l">
              <a:defRPr sz="3300" b="1">
                <a:solidFill>
                  <a:srgbClr val="112F8D"/>
                </a:solidFill>
                <a:latin typeface="TT Fors Bold"/>
                <a:ea typeface="TT Fors Bold"/>
                <a:cs typeface="TT Fors Bold"/>
              </a:defRPr>
            </a:lvl1pPr>
            <a:lvl2pPr algn="l">
              <a:defRPr sz="3300" b="1">
                <a:solidFill>
                  <a:srgbClr val="112F8D"/>
                </a:solidFill>
                <a:latin typeface="TT Fors Bold"/>
                <a:ea typeface="TT Fors Bold"/>
                <a:cs typeface="TT Fors Bold"/>
              </a:defRPr>
            </a:lvl2pPr>
            <a:lvl3pPr algn="l">
              <a:defRPr sz="3300" b="1">
                <a:solidFill>
                  <a:srgbClr val="112F8D"/>
                </a:solidFill>
                <a:latin typeface="TT Fors Bold"/>
                <a:ea typeface="TT Fors Bold"/>
                <a:cs typeface="TT Fors Bold"/>
              </a:defRPr>
            </a:lvl3pPr>
            <a:lvl4pPr algn="l">
              <a:defRPr sz="3300" b="1">
                <a:solidFill>
                  <a:srgbClr val="112F8D"/>
                </a:solidFill>
                <a:latin typeface="TT Fors Bold"/>
                <a:ea typeface="TT Fors Bold"/>
                <a:cs typeface="TT Fors Bold"/>
              </a:defRPr>
            </a:lvl4pPr>
            <a:lvl5pPr algn="l">
              <a:defRPr sz="3300" b="1">
                <a:solidFill>
                  <a:srgbClr val="112F8D"/>
                </a:solidFill>
                <a:latin typeface="TT Fors Bold"/>
                <a:ea typeface="TT Fors Bold"/>
                <a:cs typeface="TT Fors Bold"/>
              </a:defRPr>
            </a:lvl5pPr>
            <a:lvl6pPr algn="l">
              <a:defRPr sz="3300" b="1">
                <a:solidFill>
                  <a:srgbClr val="112F8D"/>
                </a:solidFill>
                <a:latin typeface="TT Fors Bold"/>
                <a:ea typeface="TT Fors Bold"/>
                <a:cs typeface="TT Fors Bold"/>
              </a:defRPr>
            </a:lvl6pPr>
            <a:lvl7pPr algn="l">
              <a:defRPr sz="3300" b="1">
                <a:solidFill>
                  <a:srgbClr val="112F8D"/>
                </a:solidFill>
                <a:latin typeface="TT Fors Bold"/>
                <a:ea typeface="TT Fors Bold"/>
                <a:cs typeface="TT Fors Bold"/>
              </a:defRPr>
            </a:lvl7pPr>
            <a:lvl8pPr algn="l">
              <a:defRPr sz="3300" b="1">
                <a:solidFill>
                  <a:srgbClr val="112F8D"/>
                </a:solidFill>
                <a:latin typeface="TT Fors Bold"/>
                <a:ea typeface="TT Fors Bold"/>
                <a:cs typeface="TT Fors Bold"/>
              </a:defRPr>
            </a:lvl8pPr>
            <a:lvl9pPr algn="l">
              <a:defRPr sz="3300" b="1">
                <a:solidFill>
                  <a:srgbClr val="112F8D"/>
                </a:solidFill>
                <a:latin typeface="TT Fors Bold"/>
                <a:ea typeface="TT Fors Bold"/>
                <a:cs typeface="TT Fors Bold"/>
              </a:defRPr>
            </a:lvl9pPr>
          </a:lstStyle>
          <a:p xmlns:a="http://schemas.openxmlformats.org/drawingml/2006/main">
            <a:pPr algn="l">
              <a:defRPr sz="3300" b="1">
                <a:solidFill>
                  <a:srgbClr val="112F8D"/>
                </a:solidFill>
                <a:latin typeface="TT Fors Bold"/>
                <a:ea typeface="TT Fors Bold"/>
                <a:cs typeface="TT Fors Bold"/>
              </a:defRPr>
            </a:pPr>
            <a:r>
              <a:rPr sz="3300" b="1">
                <a:solidFill>
                  <a:srgbClr val="112F8D"/>
                </a:solidFill>
                <a:latin typeface="TT Fors Bold"/>
                <a:ea typeface="TT Fors Bold"/>
                <a:cs typeface="TT Fors Bold"/>
              </a:rPr>
              <a:t>Lampiran D · Konfigurasi per dataset</a:t>
            </a:r>
          </a:p>
        </p:txBody>
      </p:sp>
      <p:sp>
        <p:nvSpPr>
          <p:cNvPr id="2" name="appendix-subtitle">
            <a:extLst xmlns:a="http://schemas.openxmlformats.org/drawingml/2006/main">
              <a:ext uri="{FF2B5EF4-FFF2-40B4-BE49-F238E27FC236}">
                <a16:creationId xmlns:a16="http://schemas.microsoft.com/office/drawing/2014/main" id="{A8E743E0-9995-4074-9236-90292C6BA013}"/>
              </a:ext>
            </a:extLst>
          </p:cNvPr>
          <p:cNvSpPr>
            <a:spLocks xmlns:a="http://schemas.openxmlformats.org/drawingml/2006/main" noGrp="1"/>
          </p:cNvSpPr>
          <p:nvPr/>
        </p:nvSpPr>
        <p:spPr>
          <a:xfrm xmlns:a="http://schemas.openxmlformats.org/drawingml/2006/main">
            <a:off x="1009650" y="1419225"/>
            <a:ext cx="16268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a:solidFill>
                  <a:srgbClr val="17243D"/>
                </a:solidFill>
                <a:latin typeface="TT Fors"/>
                <a:ea typeface="TT Fors"/>
                <a:cs typeface="TT Fors"/>
              </a:defRPr>
            </a:defPPr>
            <a:lvl1pPr algn="l">
              <a:defRPr sz="1800">
                <a:solidFill>
                  <a:srgbClr val="17243D"/>
                </a:solidFill>
                <a:latin typeface="TT Fors"/>
                <a:ea typeface="TT Fors"/>
                <a:cs typeface="TT Fors"/>
              </a:defRPr>
            </a:lvl1pPr>
            <a:lvl2pPr algn="l">
              <a:defRPr sz="1800">
                <a:solidFill>
                  <a:srgbClr val="17243D"/>
                </a:solidFill>
                <a:latin typeface="TT Fors"/>
                <a:ea typeface="TT Fors"/>
                <a:cs typeface="TT Fors"/>
              </a:defRPr>
            </a:lvl2pPr>
            <a:lvl3pPr algn="l">
              <a:defRPr sz="1800">
                <a:solidFill>
                  <a:srgbClr val="17243D"/>
                </a:solidFill>
                <a:latin typeface="TT Fors"/>
                <a:ea typeface="TT Fors"/>
                <a:cs typeface="TT Fors"/>
              </a:defRPr>
            </a:lvl3pPr>
            <a:lvl4pPr algn="l">
              <a:defRPr sz="1800">
                <a:solidFill>
                  <a:srgbClr val="17243D"/>
                </a:solidFill>
                <a:latin typeface="TT Fors"/>
                <a:ea typeface="TT Fors"/>
                <a:cs typeface="TT Fors"/>
              </a:defRPr>
            </a:lvl4pPr>
            <a:lvl5pPr algn="l">
              <a:defRPr sz="1800">
                <a:solidFill>
                  <a:srgbClr val="17243D"/>
                </a:solidFill>
                <a:latin typeface="TT Fors"/>
                <a:ea typeface="TT Fors"/>
                <a:cs typeface="TT Fors"/>
              </a:defRPr>
            </a:lvl5pPr>
            <a:lvl6pPr algn="l">
              <a:defRPr sz="1800">
                <a:solidFill>
                  <a:srgbClr val="17243D"/>
                </a:solidFill>
                <a:latin typeface="TT Fors"/>
                <a:ea typeface="TT Fors"/>
                <a:cs typeface="TT Fors"/>
              </a:defRPr>
            </a:lvl6pPr>
            <a:lvl7pPr algn="l">
              <a:defRPr sz="1800">
                <a:solidFill>
                  <a:srgbClr val="17243D"/>
                </a:solidFill>
                <a:latin typeface="TT Fors"/>
                <a:ea typeface="TT Fors"/>
                <a:cs typeface="TT Fors"/>
              </a:defRPr>
            </a:lvl7pPr>
            <a:lvl8pPr algn="l">
              <a:defRPr sz="1800">
                <a:solidFill>
                  <a:srgbClr val="17243D"/>
                </a:solidFill>
                <a:latin typeface="TT Fors"/>
                <a:ea typeface="TT Fors"/>
                <a:cs typeface="TT Fors"/>
              </a:defRPr>
            </a:lvl8pPr>
            <a:lvl9pPr algn="l">
              <a:defRPr sz="1800">
                <a:solidFill>
                  <a:srgbClr val="17243D"/>
                </a:solidFill>
                <a:latin typeface="TT Fors"/>
                <a:ea typeface="TT Fors"/>
                <a:cs typeface="TT Fors"/>
              </a:defRPr>
            </a:lvl9pPr>
          </a:lstStyle>
          <a:p xmlns:a="http://schemas.openxmlformats.org/drawingml/2006/main">
            <a:pPr algn="l">
              <a:defRPr sz="1800">
                <a:solidFill>
                  <a:srgbClr val="17243D"/>
                </a:solidFill>
                <a:latin typeface="TT Fors"/>
                <a:ea typeface="TT Fors"/>
                <a:cs typeface="TT Fors"/>
              </a:defRPr>
            </a:pPr>
            <a:r>
              <a:rPr sz="1800">
                <a:solidFill>
                  <a:srgbClr val="17243D"/>
                </a:solidFill>
                <a:latin typeface="TT Fors"/>
                <a:ea typeface="TT Fors"/>
                <a:cs typeface="TT Fors"/>
              </a:rPr>
              <a:t>Table 6 berisi konfigurasi BSARec terbaik yang dilaporkan paper</a:t>
            </a:r>
          </a:p>
        </p:txBody>
      </p:sp>
      <p:graphicFrame>
        <p:nvGraphicFramePr>
          <p:cNvPr id="3" name="">
            <a:extLst xmlns:a="http://schemas.openxmlformats.org/drawingml/2006/main">
              <a:ext uri="{FF2B5EF4-FFF2-40B4-BE49-F238E27FC236}">
                <a16:creationId xmlns:a16="http://schemas.microsoft.com/office/drawing/2014/main" id="{C8FACA28-2535-4EAA-AE26-4C7171E68DC0}"/>
              </a:ext>
            </a:extLst>
          </p:cNvPr>
          <p:cNvGraphicFramePr/>
          <p:nvPr/>
        </p:nvGraphicFramePr>
        <p:xfrm>
          <a:off xmlns:a="http://schemas.openxmlformats.org/drawingml/2006/main" x="1000125" y="2571750"/>
          <a:ext xmlns:a="http://schemas.openxmlformats.org/drawingml/2006/main" cx="16287750" cy="3810000"/>
        </p:xfrm>
        <a:graphic xmlns:a="http://schemas.openxmlformats.org/drawingml/2006/main">
          <a:graphicData uri="http://schemas.openxmlformats.org/drawingml/2006/table">
            <a:tbl>
              <a:tblPr firstRow="1" firstCol="1" bandRow="1"/>
              <a:tblGrid>
                <a:gridCol w="2476500"/>
                <a:gridCol w="4286250"/>
                <a:gridCol w="4286250"/>
                <a:gridCol w="5238750"/>
              </a:tblGrid>
              <a:tr h="952500">
                <a:tc>
                  <a:txBody>
                    <a:bodyPr wrap="square" lIns="85725" tIns="66675" rIns="85725" bIns="66675">
                      <a:normAutofit/>
                    </a:bodyPr>
                    <a:lstStyle/>
                    <a:p>
                      <a:pPr algn="l"/>
                      <a:r>
                        <a:rPr sz="1425" b="1">
                          <a:solidFill>
                            <a:srgbClr val="FFFFFF"/>
                          </a:solidFill>
                          <a:latin typeface="TT Fors Bold"/>
                          <a:ea typeface="TT Fors Bold"/>
                          <a:cs typeface="TT Fors Bold"/>
                        </a:rPr>
                        <a:t>Dataset</a:t>
                      </a:r>
                    </a:p>
                  </a:txBody>
                  <a:tcPr marL="91440" marR="91440" marT="45720" marB="45720" anchor="ctr">
                    <a:lnL w="11906">
                      <a:solidFill>
                        <a:srgbClr val="BEC8DA"/>
                      </a:solidFill>
                      <a:prstDash val="solid"/>
                    </a:lnL>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425" b="1">
                          <a:solidFill>
                            <a:srgbClr val="FFFFFF"/>
                          </a:solidFill>
                          <a:latin typeface="TT Fors Bold"/>
                          <a:ea typeface="TT Fors Bold"/>
                          <a:cs typeface="TT Fors Bold"/>
                        </a:rPr>
                        <a:t>Best BSARec paper</a:t>
                      </a:r>
                    </a:p>
                    <a:p>
                      <a:pPr algn="ctr"/>
                      <a:r>
                        <a:rPr sz="1425" b="1">
                          <a:solidFill>
                            <a:srgbClr val="FFFFFF"/>
                          </a:solidFill>
                          <a:latin typeface="TT Fors Bold"/>
                          <a:ea typeface="TT Fors Bold"/>
                          <a:cs typeface="TT Fors Bold"/>
                        </a:rPr>
                        <a:t>α / c / heads / lr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425" b="1">
                          <a:solidFill>
                            <a:srgbClr val="FFFFFF"/>
                          </a:solidFill>
                          <a:latin typeface="TT Fors Bold"/>
                          <a:ea typeface="TT Fors Bold"/>
                          <a:cs typeface="TT Fors Bold"/>
                        </a:rPr>
                        <a:t>Run BSARec</a:t>
                      </a:r>
                    </a:p>
                    <a:p>
                      <a:pPr algn="ctr"/>
                      <a:r>
                        <a:rPr sz="1425" b="1">
                          <a:solidFill>
                            <a:srgbClr val="FFFFFF"/>
                          </a:solidFill>
                          <a:latin typeface="TT Fors Bold"/>
                          <a:ea typeface="TT Fors Bold"/>
                          <a:cs typeface="TT Fors Bold"/>
                        </a:rPr>
                        <a:t>α / c / heads / lr</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c>
                  <a:txBody>
                    <a:bodyPr wrap="square" lIns="85725" tIns="66675" rIns="85725" bIns="66675">
                      <a:normAutofit/>
                    </a:bodyPr>
                    <a:lstStyle/>
                    <a:p>
                      <a:pPr algn="ctr"/>
                      <a:r>
                        <a:rPr sz="1425" b="1">
                          <a:solidFill>
                            <a:srgbClr val="FFFFFF"/>
                          </a:solidFill>
                          <a:latin typeface="TT Fors Bold"/>
                          <a:ea typeface="TT Fors Bold"/>
                          <a:cs typeface="TT Fors Bold"/>
                        </a:rPr>
                        <a:t>Status</a:t>
                      </a:r>
                    </a:p>
                  </a:txBody>
                  <a:tcPr marL="91440" marR="91440" marT="45720" marB="45720" anchor="ctr">
                    <a:lnR w="11906">
                      <a:solidFill>
                        <a:srgbClr val="BEC8DA"/>
                      </a:solidFill>
                      <a:prstDash val="solid"/>
                    </a:lnR>
                    <a:lnT w="11906">
                      <a:solidFill>
                        <a:srgbClr val="BEC8DA"/>
                      </a:solidFill>
                      <a:prstDash val="solid"/>
                    </a:lnT>
                    <a:lnB w="11906">
                      <a:solidFill>
                        <a:srgbClr val="BEC8DA"/>
                      </a:solidFill>
                      <a:prstDash val="solid"/>
                    </a:lnB>
                    <a:solidFill>
                      <a:srgbClr val="122359"/>
                    </a:solidFill>
                  </a:tcPr>
                </a:tc>
              </a:tr>
              <a:tr h="952500">
                <a:tc>
                  <a:txBody>
                    <a:bodyPr wrap="square" lIns="85725" tIns="66675" rIns="85725" bIns="66675">
                      <a:normAutofit/>
                    </a:bodyPr>
                    <a:lstStyle/>
                    <a:p>
                      <a:pPr algn="l"/>
                      <a:r>
                        <a:rPr sz="1575" b="1">
                          <a:solidFill>
                            <a:srgbClr val="17243D"/>
                          </a:solidFill>
                          <a:latin typeface="TT Fors"/>
                          <a:ea typeface="TT Fors"/>
                          <a:cs typeface="TT Fors"/>
                        </a:rPr>
                        <a:t>Beauty</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0.7 / 5 / 1 / 0.0005</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0.7 / 5 / 1 / 0.0005</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Sesuai Table 6</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r h="952500">
                <a:tc>
                  <a:txBody>
                    <a:bodyPr wrap="square" lIns="85725" tIns="66675" rIns="85725" bIns="66675">
                      <a:normAutofit/>
                    </a:bodyPr>
                    <a:lstStyle/>
                    <a:p>
                      <a:pPr algn="l"/>
                      <a:r>
                        <a:rPr sz="1575" b="1">
                          <a:solidFill>
                            <a:srgbClr val="17243D"/>
                          </a:solidFill>
                          <a:latin typeface="TT Fors"/>
                          <a:ea typeface="TT Fors"/>
                          <a:cs typeface="TT Fors"/>
                        </a:rPr>
                        <a:t>LastFM</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75" b="0">
                          <a:solidFill>
                            <a:srgbClr val="17243D"/>
                          </a:solidFill>
                          <a:latin typeface="TT Fors"/>
                          <a:ea typeface="TT Fors"/>
                          <a:cs typeface="TT Fors"/>
                        </a:rPr>
                        <a:t>0.9 / 3 / 1 / 0.001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75" b="0">
                          <a:solidFill>
                            <a:srgbClr val="17243D"/>
                          </a:solidFill>
                          <a:latin typeface="TT Fors"/>
                          <a:ea typeface="TT Fors"/>
                          <a:cs typeface="TT Fors"/>
                        </a:rPr>
                        <a:t>0.9 / 3 / 1 / 0.001</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c>
                  <a:txBody>
                    <a:bodyPr wrap="square" lIns="85725" tIns="66675" rIns="85725" bIns="66675">
                      <a:normAutofit/>
                    </a:bodyPr>
                    <a:lstStyle/>
                    <a:p>
                      <a:pPr algn="ctr"/>
                      <a:r>
                        <a:rPr sz="1575" b="0">
                          <a:solidFill>
                            <a:srgbClr val="17243D"/>
                          </a:solidFill>
                          <a:latin typeface="TT Fors"/>
                          <a:ea typeface="TT Fors"/>
                          <a:cs typeface="TT Fors"/>
                        </a:rPr>
                        <a:t>Sesuai Table 6</a:t>
                      </a:r>
                    </a:p>
                  </a:txBody>
                  <a:tcPr marL="91440" marR="91440" marT="45720" marB="45720" anchor="ctr">
                    <a:lnR w="11906">
                      <a:solidFill>
                        <a:srgbClr val="BEC8DA"/>
                      </a:solidFill>
                      <a:prstDash val="solid"/>
                    </a:lnR>
                    <a:lnB w="11906">
                      <a:solidFill>
                        <a:srgbClr val="BEC8DA"/>
                      </a:solidFill>
                      <a:prstDash val="solid"/>
                    </a:lnB>
                    <a:solidFill>
                      <a:srgbClr val="F5F6FA"/>
                    </a:solidFill>
                  </a:tcPr>
                </a:tc>
              </a:tr>
              <a:tr h="952500">
                <a:tc>
                  <a:txBody>
                    <a:bodyPr wrap="square" lIns="85725" tIns="66675" rIns="85725" bIns="66675">
                      <a:normAutofit/>
                    </a:bodyPr>
                    <a:lstStyle/>
                    <a:p>
                      <a:pPr algn="l"/>
                      <a:r>
                        <a:rPr sz="1575" b="1">
                          <a:solidFill>
                            <a:srgbClr val="17243D"/>
                          </a:solidFill>
                          <a:latin typeface="TT Fors"/>
                          <a:ea typeface="TT Fors"/>
                          <a:cs typeface="TT Fors"/>
                        </a:rPr>
                        <a:t>ML-1M</a:t>
                      </a:r>
                    </a:p>
                  </a:txBody>
                  <a:tcPr marL="91440" marR="91440" marT="45720" marB="45720" anchor="ctr">
                    <a:lnL w="11906">
                      <a:solidFill>
                        <a:srgbClr val="BEC8DA"/>
                      </a:solidFill>
                      <a:prstDash val="solid"/>
                    </a:lnL>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0.3 / 9 / 4 / 0.0005</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0.9 / 3 / 2 / 0.001</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c>
                  <a:txBody>
                    <a:bodyPr wrap="square" lIns="85725" tIns="66675" rIns="85725" bIns="66675">
                      <a:normAutofit/>
                    </a:bodyPr>
                    <a:lstStyle/>
                    <a:p>
                      <a:pPr algn="ctr"/>
                      <a:r>
                        <a:rPr sz="1575" b="0">
                          <a:solidFill>
                            <a:srgbClr val="17243D"/>
                          </a:solidFill>
                          <a:latin typeface="TT Fors"/>
                          <a:ea typeface="TT Fors"/>
                          <a:cs typeface="TT Fors"/>
                        </a:rPr>
                        <a:t>Berbeda; pilot partner</a:t>
                      </a:r>
                    </a:p>
                  </a:txBody>
                  <a:tcPr marL="91440" marR="91440" marT="45720" marB="45720" anchor="ctr">
                    <a:lnR w="11906">
                      <a:solidFill>
                        <a:srgbClr val="BEC8DA"/>
                      </a:solidFill>
                      <a:prstDash val="solid"/>
                    </a:lnR>
                    <a:lnB w="11906">
                      <a:solidFill>
                        <a:srgbClr val="BEC8DA"/>
                      </a:solidFill>
                      <a:prstDash val="solid"/>
                    </a:lnB>
                    <a:solidFill>
                      <a:srgbClr val="FFFFFF"/>
                    </a:solidFill>
                  </a:tcPr>
                </a:tc>
              </a:tr>
            </a:tbl>
          </a:graphicData>
        </a:graphic>
      </p:graphicFrame>
      <p:sp>
        <p:nvSpPr>
          <p:cNvPr id="4" name="appendix-note">
            <a:extLst xmlns:a="http://schemas.openxmlformats.org/drawingml/2006/main">
              <a:ext uri="{FF2B5EF4-FFF2-40B4-BE49-F238E27FC236}">
                <a16:creationId xmlns:a16="http://schemas.microsoft.com/office/drawing/2014/main" id="{A21E676C-DAE9-428A-BD01-DC143D0EE6A6}"/>
              </a:ext>
            </a:extLst>
          </p:cNvPr>
          <p:cNvSpPr>
            <a:spLocks xmlns:a="http://schemas.openxmlformats.org/drawingml/2006/main" noGrp="1"/>
          </p:cNvSpPr>
          <p:nvPr/>
        </p:nvSpPr>
        <p:spPr>
          <a:xfrm xmlns:a="http://schemas.openxmlformats.org/drawingml/2006/main">
            <a:off x="1028700" y="6610350"/>
            <a:ext cx="16240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263651"/>
                </a:solidFill>
                <a:latin typeface="TT Fors"/>
                <a:ea typeface="TT Fors"/>
                <a:cs typeface="TT Fors"/>
              </a:defRPr>
            </a:defPPr>
            <a:lvl1pPr algn="l">
              <a:defRPr sz="1350">
                <a:solidFill>
                  <a:srgbClr val="263651"/>
                </a:solidFill>
                <a:latin typeface="TT Fors"/>
                <a:ea typeface="TT Fors"/>
                <a:cs typeface="TT Fors"/>
              </a:defRPr>
            </a:lvl1pPr>
            <a:lvl2pPr algn="l">
              <a:defRPr sz="1350">
                <a:solidFill>
                  <a:srgbClr val="263651"/>
                </a:solidFill>
                <a:latin typeface="TT Fors"/>
                <a:ea typeface="TT Fors"/>
                <a:cs typeface="TT Fors"/>
              </a:defRPr>
            </a:lvl2pPr>
            <a:lvl3pPr algn="l">
              <a:defRPr sz="1350">
                <a:solidFill>
                  <a:srgbClr val="263651"/>
                </a:solidFill>
                <a:latin typeface="TT Fors"/>
                <a:ea typeface="TT Fors"/>
                <a:cs typeface="TT Fors"/>
              </a:defRPr>
            </a:lvl3pPr>
            <a:lvl4pPr algn="l">
              <a:defRPr sz="1350">
                <a:solidFill>
                  <a:srgbClr val="263651"/>
                </a:solidFill>
                <a:latin typeface="TT Fors"/>
                <a:ea typeface="TT Fors"/>
                <a:cs typeface="TT Fors"/>
              </a:defRPr>
            </a:lvl4pPr>
            <a:lvl5pPr algn="l">
              <a:defRPr sz="1350">
                <a:solidFill>
                  <a:srgbClr val="263651"/>
                </a:solidFill>
                <a:latin typeface="TT Fors"/>
                <a:ea typeface="TT Fors"/>
                <a:cs typeface="TT Fors"/>
              </a:defRPr>
            </a:lvl5pPr>
            <a:lvl6pPr algn="l">
              <a:defRPr sz="1350">
                <a:solidFill>
                  <a:srgbClr val="263651"/>
                </a:solidFill>
                <a:latin typeface="TT Fors"/>
                <a:ea typeface="TT Fors"/>
                <a:cs typeface="TT Fors"/>
              </a:defRPr>
            </a:lvl6pPr>
            <a:lvl7pPr algn="l">
              <a:defRPr sz="1350">
                <a:solidFill>
                  <a:srgbClr val="263651"/>
                </a:solidFill>
                <a:latin typeface="TT Fors"/>
                <a:ea typeface="TT Fors"/>
                <a:cs typeface="TT Fors"/>
              </a:defRPr>
            </a:lvl7pPr>
            <a:lvl8pPr algn="l">
              <a:defRPr sz="1350">
                <a:solidFill>
                  <a:srgbClr val="263651"/>
                </a:solidFill>
                <a:latin typeface="TT Fors"/>
                <a:ea typeface="TT Fors"/>
                <a:cs typeface="TT Fors"/>
              </a:defRPr>
            </a:lvl8pPr>
            <a:lvl9pPr algn="l">
              <a:defRPr sz="1350">
                <a:solidFill>
                  <a:srgbClr val="263651"/>
                </a:solidFill>
                <a:latin typeface="TT Fors"/>
                <a:ea typeface="TT Fors"/>
                <a:cs typeface="TT Fors"/>
              </a:defRPr>
            </a:lvl9pPr>
          </a:lstStyle>
          <a:p xmlns:a="http://schemas.openxmlformats.org/drawingml/2006/main">
            <a:pPr algn="l">
              <a:defRPr sz="1350">
                <a:solidFill>
                  <a:srgbClr val="263651"/>
                </a:solidFill>
                <a:latin typeface="TT Fors"/>
                <a:ea typeface="TT Fors"/>
                <a:cs typeface="TT Fors"/>
              </a:defRPr>
            </a:pPr>
            <a:r>
              <a:rPr sz="1350">
                <a:solidFill>
                  <a:srgbClr val="263651"/>
                </a:solidFill>
                <a:latin typeface="TT Fors"/>
                <a:ea typeface="TT Fors"/>
                <a:cs typeface="TT Fors"/>
              </a:rPr>
              <a:t>Hyperparameter BSARec memang berbeda antar dataset pada paper karena kebutuhan data tidak sama. Beauty dan LastFM memakai konfigurasi Table 6; ML-1M partner memakai konfigurasi lain. SASRec tidak dicakup oleh tabel konfigurasi BSARec Table 6. Karena itu hasil ML-1M dibatasi sebagai pilot, bukan replikasi konfigurasi terbaik paper.</a:t>
            </a:r>
          </a:p>
        </p:txBody>
      </p:sp>
    </p:spTree>
    <p:extLst>
      <p:ext uri="{BB962C8B-B14F-4D97-AF65-F5344CB8AC3E}">
        <p14:creationId xmlns:p14="http://schemas.microsoft.com/office/powerpoint/2010/main" val="41345043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2026-10-30T15:29:36.7570000Z</dcterms:created>
  <dcterms:modified xsi:type="dcterms:W3CDTF">2026-10-30T15:29:36.7570000Z</dcterms:modified>
</coreProperties>
</file>